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Ex1.xml" ContentType="application/vnd.ms-office.chartex+xml"/>
  <Override PartName="/ppt/charts/style1.xml" ContentType="application/vnd.ms-office.chartstyle+xml"/>
  <Override PartName="/ppt/charts/colors1.xml" ContentType="application/vnd.ms-office.chartcolorstyle+xml"/>
  <Override PartName="/ppt/charts/chartEx2.xml" ContentType="application/vnd.ms-office.chartex+xml"/>
  <Override PartName="/ppt/charts/style2.xml" ContentType="application/vnd.ms-office.chartstyle+xml"/>
  <Override PartName="/ppt/charts/colors2.xml" ContentType="application/vnd.ms-office.chartcolorstyle+xml"/>
  <Override PartName="/ppt/charts/chartEx3.xml" ContentType="application/vnd.ms-office.chartex+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1" r:id="rId3"/>
    <p:sldId id="257" r:id="rId4"/>
    <p:sldId id="258" r:id="rId5"/>
    <p:sldId id="259" r:id="rId6"/>
    <p:sldId id="260" r:id="rId7"/>
    <p:sldId id="262" r:id="rId8"/>
    <p:sldId id="263" r:id="rId9"/>
    <p:sldId id="265" r:id="rId10"/>
    <p:sldId id="264" r:id="rId11"/>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Ex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oleObject" Target="https://d.docs.live.net/4694C19295849B01/Documents/Decodes%20internship%20project.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https://d.docs.live.net/4694C19295849B01/Documents/Decodes%20internship%20project.xlsx" TargetMode="External"/></Relationships>
</file>

<file path=ppt/charts/_rels/chartEx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https://d.docs.live.net/4694C19295849B01/Documents/Decodes%20internship%20project.xlsx" TargetMode="External"/></Relationships>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'[Decodes internship project.xlsx]Cleaned Data'!$Q$2:$Q$1201</cx:f>
        <cx:lvl ptCount="1200" formatCode="[$₹-en-IN]\ #,##0.00">
          <cx:pt idx="0">2853.0999999999999</cx:pt>
          <cx:pt idx="1">302.69999999999999</cx:pt>
          <cx:pt idx="2">2753.4000000000001</cx:pt>
          <cx:pt idx="3">273.19</cx:pt>
          <cx:pt idx="4">2504.04</cx:pt>
          <cx:pt idx="5">491.72000000000003</cx:pt>
          <cx:pt idx="6">664.41999999999996</cx:pt>
          <cx:pt idx="7">747.75</cx:pt>
          <cx:pt idx="8">268.56</cx:pt>
          <cx:pt idx="9">2037.52</cx:pt>
          <cx:pt idx="10">3129.8499999999999</cx:pt>
          <cx:pt idx="11">147.41999999999999</cx:pt>
          <cx:pt idx="12">361</cx:pt>
          <cx:pt idx="13">604.47000000000003</cx:pt>
          <cx:pt idx="14">786.65999999999997</cx:pt>
          <cx:pt idx="15">473.95999999999998</cx:pt>
          <cx:pt idx="16">1067.6199999999999</cx:pt>
          <cx:pt idx="17">423.39999999999998</cx:pt>
          <cx:pt idx="18">431.44</cx:pt>
          <cx:pt idx="19">1120</cx:pt>
          <cx:pt idx="20">312.55000000000001</cx:pt>
          <cx:pt idx="21">1371.8</cx:pt>
          <cx:pt idx="22">99.239999999999995</cx:pt>
          <cx:pt idx="23">1093</cx:pt>
          <cx:pt idx="24">461.89999999999998</cx:pt>
          <cx:pt idx="25">399.98000000000002</cx:pt>
          <cx:pt idx="26">297.75</cx:pt>
          <cx:pt idx="27">472.74000000000001</cx:pt>
          <cx:pt idx="28">640.27999999999997</cx:pt>
          <cx:pt idx="29">1270.5899999999999</cx:pt>
          <cx:pt idx="30">853.39999999999998</cx:pt>
          <cx:pt idx="31">1500.24</cx:pt>
          <cx:pt idx="32">2683.5999999999999</cx:pt>
          <cx:pt idx="33">162.77000000000001</cx:pt>
          <cx:pt idx="34">2306.0799999999999</cx:pt>
          <cx:pt idx="35">930.29999999999995</cx:pt>
          <cx:pt idx="36">1068.8599999999999</cx:pt>
          <cx:pt idx="37">153.47999999999999</cx:pt>
          <cx:pt idx="38">245.88999999999999</cx:pt>
          <cx:pt idx="39">769.37999999999988</cx:pt>
          <cx:pt idx="40">688.03999999999996</cx:pt>
          <cx:pt idx="41">1834.3499999999999</cx:pt>
          <cx:pt idx="42">303.31999999999999</cx:pt>
          <cx:pt idx="43">1497.6300000000001</cx:pt>
          <cx:pt idx="44">1100.3599999999999</cx:pt>
          <cx:pt idx="45">317.25</cx:pt>
          <cx:pt idx="46">2200.5599999999999</cx:pt>
          <cx:pt idx="47">419.88</cx:pt>
          <cx:pt idx="48">161.53999999999999</cx:pt>
          <cx:pt idx="49">30.440000000000001</cx:pt>
          <cx:pt idx="50">179.22</cx:pt>
          <cx:pt idx="51">388.32999999999998</cx:pt>
          <cx:pt idx="52">586.44000000000005</cx:pt>
          <cx:pt idx="53">1955.1199999999999</cx:pt>
          <cx:pt idx="54">280.25</cx:pt>
          <cx:pt idx="55">1033.2</cx:pt>
          <cx:pt idx="56">1437.6300000000001</cx:pt>
          <cx:pt idx="57">1571.3499999999999</cx:pt>
          <cx:pt idx="58">1898.76</cx:pt>
          <cx:pt idx="59">2373.0799999999999</cx:pt>
          <cx:pt idx="60">417.10000000000002</cx:pt>
          <cx:pt idx="61">488.80000000000001</cx:pt>
          <cx:pt idx="62">86.299999999999997</cx:pt>
          <cx:pt idx="63">564.86000000000001</cx:pt>
          <cx:pt idx="64">391.82999999999998</cx:pt>
          <cx:pt idx="65">408.5</cx:pt>
          <cx:pt idx="66">635.90000000000009</cx:pt>
          <cx:pt idx="67">48.399999999999999</cx:pt>
          <cx:pt idx="68">1472.76</cx:pt>
          <cx:pt idx="69">1435.95</cx:pt>
          <cx:pt idx="70">629.21000000000004</cx:pt>
          <cx:pt idx="71">1303.3499999999999</cx:pt>
          <cx:pt idx="72">2357.7600000000002</cx:pt>
          <cx:pt idx="73">1733.8</cx:pt>
          <cx:pt idx="74">454.35000000000002</cx:pt>
          <cx:pt idx="75">1194.51</cx:pt>
          <cx:pt idx="76">1531.52</cx:pt>
          <cx:pt idx="77">583.17999999999995</cx:pt>
          <cx:pt idx="78">701.44000000000005</cx:pt>
          <cx:pt idx="79">623.82000000000005</cx:pt>
          <cx:pt idx="80">1768.6800000000001</cx:pt>
          <cx:pt idx="81">788.60000000000002</cx:pt>
          <cx:pt idx="82">2260.8000000000002</cx:pt>
          <cx:pt idx="83">2161.6399999999999</cx:pt>
          <cx:pt idx="84">330.98000000000002</cx:pt>
          <cx:pt idx="85">440.18999999999988</cx:pt>
          <cx:pt idx="86">3215.1500000000001</cx:pt>
          <cx:pt idx="87">675.33000000000004</cx:pt>
          <cx:pt idx="88">344.43000000000001</cx:pt>
          <cx:pt idx="89">2276.6500000000001</cx:pt>
          <cx:pt idx="90">728.32000000000005</cx:pt>
          <cx:pt idx="91">2463.75</cx:pt>
          <cx:pt idx="92">194.44</cx:pt>
          <cx:pt idx="93">1724.04</cx:pt>
          <cx:pt idx="94">531.17999999999995</cx:pt>
          <cx:pt idx="95">470.04000000000002</cx:pt>
          <cx:pt idx="96">465.66000000000003</cx:pt>
          <cx:pt idx="97">3097.5999999999999</cx:pt>
          <cx:pt idx="98">457.07999999999998</cx:pt>
          <cx:pt idx="99">201.58000000000001</cx:pt>
          <cx:pt idx="100">1994.3699999999999</cx:pt>
          <cx:pt idx="101">381.01999999999998</cx:pt>
          <cx:pt idx="102">140.68000000000001</cx:pt>
          <cx:pt idx="103">873.72000000000003</cx:pt>
          <cx:pt idx="104">582.03999999999996</cx:pt>
          <cx:pt idx="105">556.20000000000005</cx:pt>
          <cx:pt idx="106">1395.1500000000001</cx:pt>
          <cx:pt idx="107">3353.75</cx:pt>
          <cx:pt idx="108">241.90000000000001</cx:pt>
          <cx:pt idx="109">1778.6099999999999</cx:pt>
          <cx:pt idx="110">220.77000000000001</cx:pt>
          <cx:pt idx="111">927.66000000000008</cx:pt>
          <cx:pt idx="112">410.60000000000002</cx:pt>
          <cx:pt idx="113">950.40000000000009</cx:pt>
          <cx:pt idx="114">2492.4000000000001</cx:pt>
          <cx:pt idx="115">1874.95</cx:pt>
          <cx:pt idx="116">1165.4000000000001</cx:pt>
          <cx:pt idx="117">535.5</cx:pt>
          <cx:pt idx="118">2513.5500000000002</cx:pt>
          <cx:pt idx="119">1069.3399999999999</cx:pt>
          <cx:pt idx="120">2517.3600000000001</cx:pt>
          <cx:pt idx="121">410.77999999999997</cx:pt>
          <cx:pt idx="122">1066.04</cx:pt>
          <cx:pt idx="123">834.12000000000012</cx:pt>
          <cx:pt idx="124">1135.1600000000001</cx:pt>
          <cx:pt idx="125">1025.3</cx:pt>
          <cx:pt idx="126">1102</cx:pt>
          <cx:pt idx="127">1407.96</cx:pt>
          <cx:pt idx="128">84.280000000000001</cx:pt>
          <cx:pt idx="129">1055.72</cx:pt>
          <cx:pt idx="130">1503.9000000000001</cx:pt>
          <cx:pt idx="131">84.799999999999997</cx:pt>
          <cx:pt idx="132">1803</cx:pt>
          <cx:pt idx="133">1208.2</cx:pt>
          <cx:pt idx="134">399.39999999999998</cx:pt>
          <cx:pt idx="135">137.62</cx:pt>
          <cx:pt idx="136">44.350000000000001</cx:pt>
          <cx:pt idx="137">501.95999999999998</cx:pt>
          <cx:pt idx="138">298.06</cx:pt>
          <cx:pt idx="139">583.89999999999998</cx:pt>
          <cx:pt idx="140">1584.4200000000001</cx:pt>
          <cx:pt idx="141">2052.4200000000001</cx:pt>
          <cx:pt idx="142">1363.8499999999999</cx:pt>
          <cx:pt idx="143">1600.28</cx:pt>
          <cx:pt idx="144">1098.9000000000001</cx:pt>
          <cx:pt idx="145">440.73000000000002</cx:pt>
          <cx:pt idx="146">822.98000000000002</cx:pt>
          <cx:pt idx="147">930.36000000000001</cx:pt>
          <cx:pt idx="148">639.82000000000005</cx:pt>
          <cx:pt idx="149">217.56</cx:pt>
          <cx:pt idx="150">211.13999999999999</cx:pt>
          <cx:pt idx="151">2223.8000000000002</cx:pt>
          <cx:pt idx="152">798.08000000000004</cx:pt>
          <cx:pt idx="153">2137.9200000000001</cx:pt>
          <cx:pt idx="154">1632.8399999999999</cx:pt>
          <cx:pt idx="155">424.39999999999998</cx:pt>
          <cx:pt idx="156">539.65999999999997</cx:pt>
          <cx:pt idx="157">1129.1600000000001</cx:pt>
          <cx:pt idx="158">331.06</cx:pt>
          <cx:pt idx="159">299.35000000000002</cx:pt>
          <cx:pt idx="160">405.27999999999997</cx:pt>
          <cx:pt idx="161">211.13999999999999</cx:pt>
          <cx:pt idx="162">197.58000000000001</cx:pt>
          <cx:pt idx="163">641.38999999999999</cx:pt>
          <cx:pt idx="164">2682.9000000000001</cx:pt>
          <cx:pt idx="165">1000.58</cx:pt>
          <cx:pt idx="166">258.87</cx:pt>
          <cx:pt idx="167">768.27999999999997</cx:pt>
          <cx:pt idx="168">594.96000000000004</cx:pt>
          <cx:pt idx="169">427.81999999999999</cx:pt>
          <cx:pt idx="170">2651.7600000000002</cx:pt>
          <cx:pt idx="171">296.44</cx:pt>
          <cx:pt idx="172">254.12</cx:pt>
          <cx:pt idx="173">1993.3800000000001</cx:pt>
          <cx:pt idx="174">2403.2399999999998</cx:pt>
          <cx:pt idx="175">341.69999999999999</cx:pt>
          <cx:pt idx="176">1723.3199999999999</cx:pt>
          <cx:pt idx="177">2158.4499999999998</cx:pt>
          <cx:pt idx="178">2048.2399999999998</cx:pt>
          <cx:pt idx="179">1619.73</cx:pt>
          <cx:pt idx="180">1580.3499999999999</cx:pt>
          <cx:pt idx="181">2021.95</cx:pt>
          <cx:pt idx="182">600.53999999999996</cx:pt>
          <cx:pt idx="183">931.39999999999998</cx:pt>
          <cx:pt idx="184">858.15999999999997</cx:pt>
          <cx:pt idx="185">210.69999999999999</cx:pt>
          <cx:pt idx="186">267.10000000000002</cx:pt>
          <cx:pt idx="187">590.87</cx:pt>
          <cx:pt idx="188">727.82000000000005</cx:pt>
          <cx:pt idx="189">2147.25</cx:pt>
          <cx:pt idx="190">671.09999999999991</cx:pt>
          <cx:pt idx="191">977.74000000000001</cx:pt>
          <cx:pt idx="192">645.46000000000004</cx:pt>
          <cx:pt idx="193">46.659999999999997</cx:pt>
          <cx:pt idx="194">249.56999999999999</cx:pt>
          <cx:pt idx="195">1857.6300000000001</cx:pt>
          <cx:pt idx="196">868.51999999999998</cx:pt>
          <cx:pt idx="197">1107.55</cx:pt>
          <cx:pt idx="198">1361.2</cx:pt>
          <cx:pt idx="199">625</cx:pt>
          <cx:pt idx="200">2166.3000000000002</cx:pt>
          <cx:pt idx="201">1349.8</cx:pt>
          <cx:pt idx="202">761.93999999999994</cx:pt>
          <cx:pt idx="203">1070.52</cx:pt>
          <cx:pt idx="204">1654.8399999999999</cx:pt>
          <cx:pt idx="205">442.17000000000002</cx:pt>
          <cx:pt idx="206">916.39999999999998</cx:pt>
          <cx:pt idx="207">121.95999999999999</cx:pt>
          <cx:pt idx="208">816.63999999999999</cx:pt>
          <cx:pt idx="209">939.85000000000002</cx:pt>
          <cx:pt idx="210">1075.4400000000001</cx:pt>
          <cx:pt idx="211">580.74000000000001</cx:pt>
          <cx:pt idx="212">265.38</cx:pt>
          <cx:pt idx="213">634.39999999999998</cx:pt>
          <cx:pt idx="214">1222.8800000000001</cx:pt>
          <cx:pt idx="215">303.60000000000002</cx:pt>
          <cx:pt idx="216">1984</cx:pt>
          <cx:pt idx="217">1286.04</cx:pt>
          <cx:pt idx="218">337.38</cx:pt>
          <cx:pt idx="219">309.85000000000002</cx:pt>
          <cx:pt idx="220">746.34000000000003</cx:pt>
          <cx:pt idx="221">3196.8499999999999</cx:pt>
          <cx:pt idx="222">2773.4400000000001</cx:pt>
          <cx:pt idx="223">2771.6399999999999</cx:pt>
          <cx:pt idx="224">365.83999999999997</cx:pt>
          <cx:pt idx="225">821.87999999999988</cx:pt>
          <cx:pt idx="226">1764.1500000000001</cx:pt>
          <cx:pt idx="227">730.34000000000003</cx:pt>
          <cx:pt idx="228">1543.6800000000001</cx:pt>
          <cx:pt idx="229">562.61000000000001</cx:pt>
          <cx:pt idx="230">247.63999999999999</cx:pt>
          <cx:pt idx="231">167.59999999999999</cx:pt>
          <cx:pt idx="232">1777.76</cx:pt>
          <cx:pt idx="233">933.99000000000001</cx:pt>
          <cx:pt idx="234">945.63999999999999</cx:pt>
          <cx:pt idx="235">65.450000000000003</cx:pt>
          <cx:pt idx="236">318.81</cx:pt>
          <cx:pt idx="237">1751.1600000000001</cx:pt>
          <cx:pt idx="238">1537.28</cx:pt>
          <cx:pt idx="239">1616.22</cx:pt>
          <cx:pt idx="240">17.239999999999998</cx:pt>
          <cx:pt idx="241">3078.3499999999999</cx:pt>
          <cx:pt idx="242">438.19999999999999</cx:pt>
          <cx:pt idx="243">289.31999999999999</cx:pt>
          <cx:pt idx="244">635.53999999999996</cx:pt>
          <cx:pt idx="245">223.30000000000001</cx:pt>
          <cx:pt idx="246">684.22000000000003</cx:pt>
          <cx:pt idx="247">441.80000000000001</cx:pt>
          <cx:pt idx="248">670.53999999999996</cx:pt>
          <cx:pt idx="249">546.19000000000005</cx:pt>
          <cx:pt idx="250">128.84999999999999</cx:pt>
          <cx:pt idx="251">58.759999999999998</cx:pt>
          <cx:pt idx="252">2673.4400000000001</cx:pt>
          <cx:pt idx="253">1654.96</cx:pt>
          <cx:pt idx="254">789.56999999999994</cx:pt>
          <cx:pt idx="255">263.95999999999998</cx:pt>
          <cx:pt idx="256">379.05000000000001</cx:pt>
          <cx:pt idx="257">406.22000000000003</cx:pt>
          <cx:pt idx="258">206.81999999999999</cx:pt>
          <cx:pt idx="259">1740.48</cx:pt>
          <cx:pt idx="260">815.58000000000004</cx:pt>
          <cx:pt idx="261">868.25</cx:pt>
          <cx:pt idx="262">996.27999999999997</cx:pt>
          <cx:pt idx="263">1739.4000000000001</cx:pt>
          <cx:pt idx="264">436.76999999999998</cx:pt>
          <cx:pt idx="265">572.13</cx:pt>
          <cx:pt idx="266">2332.2800000000002</cx:pt>
          <cx:pt idx="267">2342.5500000000002</cx:pt>
          <cx:pt idx="268">847.75999999999999</cx:pt>
          <cx:pt idx="269">2654.6799999999998</cx:pt>
          <cx:pt idx="270">1239.6400000000001</cx:pt>
          <cx:pt idx="271">542.07000000000005</cx:pt>
          <cx:pt idx="272">798.63999999999999</cx:pt>
          <cx:pt idx="273">476.5</cx:pt>
          <cx:pt idx="274">364.80000000000001</cx:pt>
          <cx:pt idx="275">130.13999999999999</cx:pt>
          <cx:pt idx="276">1201.1400000000001</cx:pt>
          <cx:pt idx="277">454.60000000000002</cx:pt>
          <cx:pt idx="278">1812.3</cx:pt>
          <cx:pt idx="279">165.03</cx:pt>
          <cx:pt idx="280">1213.8599999999999</cx:pt>
          <cx:pt idx="281">2619.1599999999999</cx:pt>
          <cx:pt idx="282">2551.1599999999999</cx:pt>
          <cx:pt idx="283">2161.3200000000002</cx:pt>
          <cx:pt idx="284">1040.8499999999999</cx:pt>
          <cx:pt idx="285">338.31</cx:pt>
          <cx:pt idx="286">418.35000000000002</cx:pt>
          <cx:pt idx="287">2620.7199999999998</cx:pt>
          <cx:pt idx="288">2051</cx:pt>
          <cx:pt idx="289">641.96000000000004</cx:pt>
          <cx:pt idx="290">299.69999999999999</cx:pt>
          <cx:pt idx="291">690.01999999999998</cx:pt>
          <cx:pt idx="292">65.950000000000003</cx:pt>
          <cx:pt idx="293">1852.1600000000001</cx:pt>
          <cx:pt idx="294">595.41999999999996</cx:pt>
          <cx:pt idx="295">537.39999999999998</cx:pt>
          <cx:pt idx="296">3194</cx:pt>
          <cx:pt idx="297">987.75999999999999</cx:pt>
          <cx:pt idx="298">1204.6800000000001</cx:pt>
          <cx:pt idx="299">278.66000000000003</cx:pt>
          <cx:pt idx="300">287.45999999999998</cx:pt>
          <cx:pt idx="301">583.99000000000001</cx:pt>
          <cx:pt idx="302">1406.22</cx:pt>
          <cx:pt idx="303">30.539999999999999</cx:pt>
          <cx:pt idx="304">2043.6500000000001</cx:pt>
          <cx:pt idx="305">507.56</cx:pt>
          <cx:pt idx="306">114.14</cx:pt>
          <cx:pt idx="307">1672.23</cx:pt>
          <cx:pt idx="308">1346.7</cx:pt>
          <cx:pt idx="309">2199.04</cx:pt>
          <cx:pt idx="310">397.43999999999988</cx:pt>
          <cx:pt idx="311">2446.8499999999999</cx:pt>
          <cx:pt idx="312">331.55000000000001</cx:pt>
          <cx:pt idx="313">868.60000000000002</cx:pt>
          <cx:pt idx="314">612.36000000000001</cx:pt>
          <cx:pt idx="315">458.35000000000002</cx:pt>
          <cx:pt idx="316">1101.1199999999999</cx:pt>
          <cx:pt idx="317">279.89999999999998</cx:pt>
          <cx:pt idx="318">446.16000000000003</cx:pt>
          <cx:pt idx="319">1126.1199999999999</cx:pt>
          <cx:pt idx="320">625.50999999999999</cx:pt>
          <cx:pt idx="321">609.15999999999997</cx:pt>
          <cx:pt idx="322">1159.0999999999999</cx:pt>
          <cx:pt idx="323">150.16999999999999</cx:pt>
          <cx:pt idx="324">212.78999999999999</cx:pt>
          <cx:pt idx="325">1084.1700000000001</cx:pt>
          <cx:pt idx="326">3352.4000000000001</cx:pt>
          <cx:pt idx="327">359.99000000000001</cx:pt>
          <cx:pt idx="328">3370.1999999999998</cx:pt>
          <cx:pt idx="329">1132.6400000000001</cx:pt>
          <cx:pt idx="330">1302.6500000000001</cx:pt>
          <cx:pt idx="331">1266.3900000000001</cx:pt>
          <cx:pt idx="332">625.10000000000002</cx:pt>
          <cx:pt idx="333">198.50999999999999</cx:pt>
          <cx:pt idx="334">899</cx:pt>
          <cx:pt idx="335">617.58000000000004</cx:pt>
          <cx:pt idx="336">18.199999999999999</cx:pt>
          <cx:pt idx="337">1508.3099999999999</cx:pt>
          <cx:pt idx="338">1527.45</cx:pt>
          <cx:pt idx="339">472.66000000000003</cx:pt>
          <cx:pt idx="340">2606.25</cx:pt>
          <cx:pt idx="341">167.15000000000001</cx:pt>
          <cx:pt idx="342">2332.0999999999999</cx:pt>
          <cx:pt idx="343">527.57000000000005</cx:pt>
          <cx:pt idx="344">1870.02</cx:pt>
          <cx:pt idx="345">2506.3000000000002</cx:pt>
          <cx:pt idx="346">655.09000000000003</cx:pt>
          <cx:pt idx="347">1059.1600000000001</cx:pt>
          <cx:pt idx="348">1079.1900000000001</cx:pt>
          <cx:pt idx="349">465.32999999999998</cx:pt>
          <cx:pt idx="350">108.81999999999999</cx:pt>
          <cx:pt idx="351">64.659999999999997</cx:pt>
          <cx:pt idx="352">869.80000000000007</cx:pt>
          <cx:pt idx="353">630.82000000000005</cx:pt>
          <cx:pt idx="354">693.40999999999997</cx:pt>
          <cx:pt idx="355">1299.99</cx:pt>
          <cx:pt idx="356">1872.9000000000001</cx:pt>
          <cx:pt idx="357">2042.8</cx:pt>
          <cx:pt idx="358">367.33999999999997</cx:pt>
          <cx:pt idx="359">2426.2800000000002</cx:pt>
          <cx:pt idx="360">2358.2800000000002</cx:pt>
          <cx:pt idx="361">3299.25</cx:pt>
          <cx:pt idx="362">827.36000000000001</cx:pt>
          <cx:pt idx="363">569.35000000000002</cx:pt>
          <cx:pt idx="364">3143.6999999999998</cx:pt>
          <cx:pt idx="365">678.38</cx:pt>
          <cx:pt idx="366">1806.72</cx:pt>
          <cx:pt idx="367">3293.8499999999999</cx:pt>
          <cx:pt idx="368">813.05999999999995</cx:pt>
          <cx:pt idx="369">1876.25</cx:pt>
          <cx:pt idx="370">312.11000000000001</cx:pt>
          <cx:pt idx="371">1538.8</cx:pt>
          <cx:pt idx="372">1450.5899999999999</cx:pt>
          <cx:pt idx="373">1023.45</cx:pt>
          <cx:pt idx="374">571.89999999999998</cx:pt>
          <cx:pt idx="375">380.12</cx:pt>
          <cx:pt idx="376">1006.1</cx:pt>
          <cx:pt idx="377">260.25999999999999</cx:pt>
          <cx:pt idx="378">322.5</cx:pt>
          <cx:pt idx="379">893.00999999999999</cx:pt>
          <cx:pt idx="380">1327.5999999999999</cx:pt>
          <cx:pt idx="381">191.75999999999999</cx:pt>
          <cx:pt idx="382">1052.3599999999999</cx:pt>
          <cx:pt idx="383">1575.2</cx:pt>
          <cx:pt idx="384">1660.71</cx:pt>
          <cx:pt idx="385">958.14999999999998</cx:pt>
          <cx:pt idx="386">93.019999999999996</cx:pt>
          <cx:pt idx="387">79.060000000000002</cx:pt>
          <cx:pt idx="388">1901.9100000000001</cx:pt>
          <cx:pt idx="389">2790</cx:pt>
          <cx:pt idx="390">2543.4499999999998</cx:pt>
          <cx:pt idx="391">1054.9200000000001</cx:pt>
          <cx:pt idx="392">627.20000000000005</cx:pt>
          <cx:pt idx="393">75.010000000000005</cx:pt>
          <cx:pt idx="394">2647.75</cx:pt>
          <cx:pt idx="395">382.23000000000002</cx:pt>
          <cx:pt idx="396">1435.6500000000001</cx:pt>
          <cx:pt idx="397">427.06</cx:pt>
          <cx:pt idx="398">269.64999999999998</cx:pt>
          <cx:pt idx="399">2119.6500000000001</cx:pt>
          <cx:pt idx="400">640.88</cx:pt>
          <cx:pt idx="401">538.67999999999995</cx:pt>
          <cx:pt idx="402">1686.9000000000001</cx:pt>
          <cx:pt idx="403">620.21000000000004</cx:pt>
          <cx:pt idx="404">198.19999999999999</cx:pt>
          <cx:pt idx="405">1807.8800000000001</cx:pt>
          <cx:pt idx="406">264.39999999999998</cx:pt>
          <cx:pt idx="407">2189.2800000000002</cx:pt>
          <cx:pt idx="408">1237.5899999999999</cx:pt>
          <cx:pt idx="409">420.64999999999998</cx:pt>
          <cx:pt idx="410">1036.46</cx:pt>
          <cx:pt idx="411">79.019999999999996</cx:pt>
          <cx:pt idx="412">665.04999999999995</cx:pt>
          <cx:pt idx="413">118.8</cx:pt>
          <cx:pt idx="414">279.13999999999999</cx:pt>
          <cx:pt idx="415">184.15000000000001</cx:pt>
          <cx:pt idx="416">1288.0999999999999</cx:pt>
          <cx:pt idx="417">277.05000000000001</cx:pt>
          <cx:pt idx="418">310.93000000000001</cx:pt>
          <cx:pt idx="419">433.31999999999999</cx:pt>
          <cx:pt idx="420">452.69999999999999</cx:pt>
          <cx:pt idx="421">576.41999999999996</cx:pt>
          <cx:pt idx="422">826.39999999999998</cx:pt>
          <cx:pt idx="423">2740.8000000000002</cx:pt>
          <cx:pt idx="424">114.7</cx:pt>
          <cx:pt idx="425">603.75999999999999</cx:pt>
          <cx:pt idx="426">287.25</cx:pt>
          <cx:pt idx="427">161.24000000000001</cx:pt>
          <cx:pt idx="428">1050.3199999999999</cx:pt>
          <cx:pt idx="429">2060.7600000000002</cx:pt>
          <cx:pt idx="430">450.06999999999999</cx:pt>
          <cx:pt idx="431">52.539999999999999</cx:pt>
          <cx:pt idx="432">848.63999999999999</cx:pt>
          <cx:pt idx="433">1894.9200000000001</cx:pt>
          <cx:pt idx="434">1638.4000000000001</cx:pt>
          <cx:pt idx="435">414.47000000000003</cx:pt>
          <cx:pt idx="436">885.32000000000005</cx:pt>
          <cx:pt idx="437">512.38999999999999</cx:pt>
          <cx:pt idx="438">1378.02</cx:pt>
          <cx:pt idx="439">146.31999999999999</cx:pt>
          <cx:pt idx="440">334.39999999999998</cx:pt>
          <cx:pt idx="441">657.08000000000004</cx:pt>
          <cx:pt idx="442">1574.7</cx:pt>
          <cx:pt idx="443">139.28</cx:pt>
          <cx:pt idx="444">135.16999999999999</cx:pt>
          <cx:pt idx="445">487.20999999999998</cx:pt>
          <cx:pt idx="446">2547.9000000000001</cx:pt>
          <cx:pt idx="447">833.62</cx:pt>
          <cx:pt idx="448">320</cx:pt>
          <cx:pt idx="449">759.15000000000009</cx:pt>
          <cx:pt idx="450">3075.5</cx:pt>
          <cx:pt idx="451">183.18000000000001</cx:pt>
          <cx:pt idx="452">75.780000000000001</cx:pt>
          <cx:pt idx="453">675.57000000000005</cx:pt>
          <cx:pt idx="454">109.29000000000001</cx:pt>
          <cx:pt idx="455">639.83000000000004</cx:pt>
          <cx:pt idx="456">314.05000000000001</cx:pt>
          <cx:pt idx="457">2463.3200000000002</cx:pt>
          <cx:pt idx="458">2042.3199999999999</cx:pt>
          <cx:pt idx="459">334.38999999999999</cx:pt>
          <cx:pt idx="460">144.25</cx:pt>
          <cx:pt idx="461">401.81999999999999</cx:pt>
          <cx:pt idx="462">252.68000000000001</cx:pt>
          <cx:pt idx="463">3313.9000000000001</cx:pt>
          <cx:pt idx="464">1737.6800000000001</cx:pt>
          <cx:pt idx="465">2567.4499999999998</cx:pt>
          <cx:pt idx="466">432.47000000000003</cx:pt>
          <cx:pt idx="467">45.939999999999998</cx:pt>
          <cx:pt idx="468">418.36000000000001</cx:pt>
          <cx:pt idx="469">3384.9000000000001</cx:pt>
          <cx:pt idx="470">1054.48</cx:pt>
          <cx:pt idx="471">2756.3499999999999</cx:pt>
          <cx:pt idx="472">1524.3599999999999</cx:pt>
          <cx:pt idx="473">29.859999999999999</cx:pt>
          <cx:pt idx="474">688.01999999999998</cx:pt>
          <cx:pt idx="475">877.24000000000001</cx:pt>
          <cx:pt idx="476">1027.1800000000001</cx:pt>
          <cx:pt idx="477">507.48000000000002</cx:pt>
          <cx:pt idx="478">188.31</cx:pt>
          <cx:pt idx="479">101.16</cx:pt>
          <cx:pt idx="480">335.10000000000002</cx:pt>
          <cx:pt idx="481">1939.4000000000001</cx:pt>
          <cx:pt idx="482">1144.23</cx:pt>
          <cx:pt idx="483">1739.5999999999999</cx:pt>
          <cx:pt idx="484">60.039999999999999</cx:pt>
          <cx:pt idx="485">1214.3699999999999</cx:pt>
          <cx:pt idx="486">2445.04</cx:pt>
          <cx:pt idx="487">1039.5599999999999</cx:pt>
          <cx:pt idx="488">36.649999999999999</cx:pt>
          <cx:pt idx="489">448.01999999999998</cx:pt>
          <cx:pt idx="490">2339.0500000000002</cx:pt>
          <cx:pt idx="491">2103.5</cx:pt>
          <cx:pt idx="492">3032.5999999999999</cx:pt>
          <cx:pt idx="493">420.25999999999999</cx:pt>
          <cx:pt idx="494">1517.3699999999999</cx:pt>
          <cx:pt idx="495">1974.9200000000001</cx:pt>
          <cx:pt idx="496">603.63</cx:pt>
          <cx:pt idx="497">336.87</cx:pt>
          <cx:pt idx="498">530.24000000000001</cx:pt>
          <cx:pt idx="499">1618.3800000000001</cx:pt>
          <cx:pt idx="500">2542.9499999999998</cx:pt>
          <cx:pt idx="501">813.84000000000003</cx:pt>
          <cx:pt idx="502">1695.75</cx:pt>
          <cx:pt idx="503">410.51999999999998</cx:pt>
          <cx:pt idx="504">929</cx:pt>
          <cx:pt idx="505">869.94000000000005</cx:pt>
          <cx:pt idx="506">87.340000000000003</cx:pt>
          <cx:pt idx="507">171.59</cx:pt>
          <cx:pt idx="508">558.26999999999998</cx:pt>
          <cx:pt idx="509">850.05999999999995</cx:pt>
          <cx:pt idx="510">376.75999999999999</cx:pt>
          <cx:pt idx="511">2876.1999999999998</cx:pt>
          <cx:pt idx="512">1704.0599999999999</cx:pt>
          <cx:pt idx="513">284.63999999999999</cx:pt>
          <cx:pt idx="514">912.44999999999993</cx:pt>
          <cx:pt idx="515">1660.5599999999999</cx:pt>
          <cx:pt idx="516">500.97000000000003</cx:pt>
          <cx:pt idx="517">793.39999999999998</cx:pt>
          <cx:pt idx="518">1614.3199999999999</cx:pt>
          <cx:pt idx="519">1857.1600000000001</cx:pt>
          <cx:pt idx="520">1907.9400000000001</cx:pt>
          <cx:pt idx="521">528.05999999999995</cx:pt>
          <cx:pt idx="522">515.32000000000005</cx:pt>
          <cx:pt idx="523">2631.1599999999999</cx:pt>
          <cx:pt idx="524">153</cx:pt>
          <cx:pt idx="525">668.48000000000002</cx:pt>
          <cx:pt idx="526">93</cx:pt>
          <cx:pt idx="527">3267.3499999999999</cx:pt>
          <cx:pt idx="528">628.88999999999999</cx:pt>
          <cx:pt idx="529">1350.2</cx:pt>
          <cx:pt idx="530">357.63999999999999</cx:pt>
          <cx:pt idx="531">1600.05</cx:pt>
          <cx:pt idx="532">82</cx:pt>
          <cx:pt idx="533">565.85000000000002</cx:pt>
          <cx:pt idx="534">1945.77</cx:pt>
          <cx:pt idx="535">204.36000000000001</cx:pt>
          <cx:pt idx="536">616.10000000000002</cx:pt>
          <cx:pt idx="537">742.40999999999997</cx:pt>
          <cx:pt idx="538">1472.22</cx:pt>
          <cx:pt idx="539">1595.1600000000001</cx:pt>
          <cx:pt idx="540">3243.25</cx:pt>
          <cx:pt idx="541">2280.3000000000002</cx:pt>
          <cx:pt idx="542">17.98</cx:pt>
          <cx:pt idx="543">1349.3</cx:pt>
          <cx:pt idx="544">159.80000000000001</cx:pt>
          <cx:pt idx="545">196.94</cx:pt>
          <cx:pt idx="546">158.68000000000001</cx:pt>
          <cx:pt idx="547">613.98000000000002</cx:pt>
          <cx:pt idx="548">1278.3599999999999</cx:pt>
          <cx:pt idx="549">2519.52</cx:pt>
          <cx:pt idx="550">915.63999999999999</cx:pt>
          <cx:pt idx="551">120.98</cx:pt>
          <cx:pt idx="552">1700.72</cx:pt>
          <cx:pt idx="553">667.65999999999997</cx:pt>
          <cx:pt idx="554">985.79999999999995</cx:pt>
          <cx:pt idx="555">92.040000000000006</cx:pt>
          <cx:pt idx="556">654.26999999999998</cx:pt>
          <cx:pt idx="557">56.200000000000003</cx:pt>
          <cx:pt idx="558">2512.48</cx:pt>
          <cx:pt idx="559">472.19999999999999</cx:pt>
          <cx:pt idx="560">2355.4000000000001</cx:pt>
          <cx:pt idx="561">989.55999999999995</cx:pt>
          <cx:pt idx="562">1991.79</cx:pt>
          <cx:pt idx="563">132.68000000000001</cx:pt>
          <cx:pt idx="564">1821.4000000000001</cx:pt>
          <cx:pt idx="565">1539.9000000000001</cx:pt>
          <cx:pt idx="566">650.84000000000003</cx:pt>
          <cx:pt idx="567">2464.6999999999998</cx:pt>
          <cx:pt idx="568">687.98000000000002</cx:pt>
          <cx:pt idx="569">1253.4000000000001</cx:pt>
          <cx:pt idx="570">724.27999999999997</cx:pt>
          <cx:pt idx="571">214.08000000000001</cx:pt>
          <cx:pt idx="572">70.319999999999993</cx:pt>
          <cx:pt idx="573">2107.0999999999999</cx:pt>
          <cx:pt idx="574">1923.45</cx:pt>
          <cx:pt idx="575">2240.75</cx:pt>
          <cx:pt idx="576">395.39999999999998</cx:pt>
          <cx:pt idx="577">741.63999999999999</cx:pt>
          <cx:pt idx="578">2830.3499999999999</cx:pt>
          <cx:pt idx="579">375.75999999999999</cx:pt>
          <cx:pt idx="580">511.98000000000002</cx:pt>
          <cx:pt idx="581">627.34000000000003</cx:pt>
          <cx:pt idx="582">1422.4200000000001</cx:pt>
          <cx:pt idx="583">463.11000000000001</cx:pt>
          <cx:pt idx="584">580.20000000000005</cx:pt>
          <cx:pt idx="585">268.31999999999999</cx:pt>
          <cx:pt idx="586">522.08000000000004</cx:pt>
          <cx:pt idx="587">2573</cx:pt>
          <cx:pt idx="588">2311.2800000000002</cx:pt>
          <cx:pt idx="589">1001.6</cx:pt>
          <cx:pt idx="590">922.25999999999999</cx:pt>
          <cx:pt idx="591">605.27999999999997</cx:pt>
          <cx:pt idx="592">612.81000000000006</cx:pt>
          <cx:pt idx="593">489.80000000000001</cx:pt>
          <cx:pt idx="594">363.19999999999999</cx:pt>
          <cx:pt idx="595">770.32000000000005</cx:pt>
          <cx:pt idx="596">1819.23</cx:pt>
          <cx:pt idx="597">423.63999999999999</cx:pt>
          <cx:pt idx="598">2476.75</cx:pt>
          <cx:pt idx="599">1670.97</cx:pt>
          <cx:pt idx="600">72.310000000000002</cx:pt>
          <cx:pt idx="601">124.09999999999999</cx:pt>
          <cx:pt idx="602">104.16</cx:pt>
          <cx:pt idx="603">657.07000000000005</cx:pt>
          <cx:pt idx="604">97.859999999999985</cx:pt>
          <cx:pt idx="605">457.81999999999999</cx:pt>
          <cx:pt idx="606">824.25</cx:pt>
          <cx:pt idx="607">2536.1999999999998</cx:pt>
          <cx:pt idx="608">2715.8000000000002</cx:pt>
          <cx:pt idx="609">1347.3900000000001</cx:pt>
          <cx:pt idx="610">1948.0999999999999</cx:pt>
          <cx:pt idx="611">305.17000000000002</cx:pt>
          <cx:pt idx="612">1335.3599999999999</cx:pt>
          <cx:pt idx="613">460.72000000000003</cx:pt>
          <cx:pt idx="614">96.810000000000002</cx:pt>
          <cx:pt idx="615">2300.6999999999998</cx:pt>
          <cx:pt idx="616">1804.8</cx:pt>
          <cx:pt idx="617">553.40999999999997</cx:pt>
          <cx:pt idx="618">411.33999999999997</cx:pt>
          <cx:pt idx="619">532.88999999999999</cx:pt>
          <cx:pt idx="620">409.01999999999998</cx:pt>
          <cx:pt idx="621">2380.0500000000002</cx:pt>
          <cx:pt idx="622">1181.9000000000001</cx:pt>
          <cx:pt idx="623">1188</cx:pt>
          <cx:pt idx="624">1709.8</cx:pt>
          <cx:pt idx="625">672.88999999999999</cx:pt>
          <cx:pt idx="626">1314.96</cx:pt>
          <cx:pt idx="627">1496.04</cx:pt>
          <cx:pt idx="628">2793.1500000000001</cx:pt>
          <cx:pt idx="629">59.189999999999998</cx:pt>
          <cx:pt idx="630">1244.2</cx:pt>
          <cx:pt idx="631">138.33000000000001</cx:pt>
          <cx:pt idx="632">3390.8000000000002</cx:pt>
          <cx:pt idx="633">3008.5999999999999</cx:pt>
          <cx:pt idx="634">518.63999999999999</cx:pt>
          <cx:pt idx="635">191.03999999999999</cx:pt>
          <cx:pt idx="636">1484.28</cx:pt>
          <cx:pt idx="637">1225.4000000000001</cx:pt>
          <cx:pt idx="638">2313.0799999999999</cx:pt>
          <cx:pt idx="639">529.19000000000005</cx:pt>
          <cx:pt idx="640">1174.98</cx:pt>
          <cx:pt idx="641">2270.2800000000002</cx:pt>
          <cx:pt idx="642">426.10000000000002</cx:pt>
          <cx:pt idx="643">438.37</cx:pt>
          <cx:pt idx="644">732.46000000000004</cx:pt>
          <cx:pt idx="645">300.10000000000002</cx:pt>
          <cx:pt idx="646">1994.04</cx:pt>
          <cx:pt idx="647">1018.17</cx:pt>
          <cx:pt idx="648">1151.6600000000001</cx:pt>
          <cx:pt idx="649">1285.96</cx:pt>
          <cx:pt idx="650">744.46000000000004</cx:pt>
          <cx:pt idx="651">1939.02</cx:pt>
          <cx:pt idx="652">1709.2</cx:pt>
          <cx:pt idx="653">2070.9000000000001</cx:pt>
          <cx:pt idx="654">1147.1099999999999</cx:pt>
          <cx:pt idx="655">265.19999999999999</cx:pt>
          <cx:pt idx="656">378.12</cx:pt>
          <cx:pt idx="657">351.16000000000003</cx:pt>
          <cx:pt idx="658">92.719999999999999</cx:pt>
          <cx:pt idx="659">1284.0799999999999</cx:pt>
          <cx:pt idx="660">1303.1400000000001</cx:pt>
          <cx:pt idx="661">1274.6700000000001</cx:pt>
          <cx:pt idx="662">1316.6700000000001</cx:pt>
          <cx:pt idx="663">72.599999999999994</cx:pt>
          <cx:pt idx="664">779</cx:pt>
          <cx:pt idx="665">925.03999999999996</cx:pt>
          <cx:pt idx="666">1308.48</cx:pt>
          <cx:pt idx="667">466.42000000000002</cx:pt>
          <cx:pt idx="668">507.33999999999997</cx:pt>
          <cx:pt idx="669">257</cx:pt>
          <cx:pt idx="670">2156.8000000000002</cx:pt>
          <cx:pt idx="671">253.69999999999999</cx:pt>
          <cx:pt idx="672">1248.3199999999999</cx:pt>
          <cx:pt idx="673">745.84000000000003</cx:pt>
          <cx:pt idx="674">1435</cx:pt>
          <cx:pt idx="675">1026.0599999999999</cx:pt>
          <cx:pt idx="676">844.67999999999995</cx:pt>
          <cx:pt idx="677">110.34999999999999</cx:pt>
          <cx:pt idx="678">489.38999999999999</cx:pt>
          <cx:pt idx="679">1081.98</cx:pt>
          <cx:pt idx="680">1390.1700000000001</cx:pt>
          <cx:pt idx="681">155.27000000000001</cx:pt>
          <cx:pt idx="682">1528.26</cx:pt>
          <cx:pt idx="683">2609.9200000000001</cx:pt>
          <cx:pt idx="684">139.36000000000001</cx:pt>
          <cx:pt idx="685">234.37</cx:pt>
          <cx:pt idx="686">160.80000000000001</cx:pt>
          <cx:pt idx="687">332.08999999999997</cx:pt>
          <cx:pt idx="688">2372.8800000000001</cx:pt>
          <cx:pt idx="689">889.67999999999995</cx:pt>
          <cx:pt idx="690">24.48</cx:pt>
          <cx:pt idx="691">717.24000000000001</cx:pt>
          <cx:pt idx="692">984.20000000000005</cx:pt>
          <cx:pt idx="693">176.58000000000001</cx:pt>
          <cx:pt idx="694">2666.0799999999999</cx:pt>
          <cx:pt idx="695">506.5</cx:pt>
          <cx:pt idx="696">604.79999999999995</cx:pt>
          <cx:pt idx="697">474.25</cx:pt>
          <cx:pt idx="698">776.44000000000005</cx:pt>
          <cx:pt idx="699">1842.45</cx:pt>
          <cx:pt idx="700">185.81999999999999</cx:pt>
          <cx:pt idx="701">276.66000000000003</cx:pt>
          <cx:pt idx="702">1687.6500000000001</cx:pt>
          <cx:pt idx="703">92.790000000000006</cx:pt>
          <cx:pt idx="704">121.08</cx:pt>
          <cx:pt idx="705">98.159999999999997</cx:pt>
          <cx:pt idx="706">1140.45</cx:pt>
          <cx:pt idx="707">2600.1599999999999</cx:pt>
          <cx:pt idx="708">665.11000000000001</cx:pt>
          <cx:pt idx="709">386.02999999999997</cx:pt>
          <cx:pt idx="710">107.7</cx:pt>
          <cx:pt idx="711">951.55999999999995</cx:pt>
          <cx:pt idx="712">136.80000000000001</cx:pt>
          <cx:pt idx="713">2129.96</cx:pt>
          <cx:pt idx="714">51.729999999999997</cx:pt>
          <cx:pt idx="715">1960.8900000000001</cx:pt>
          <cx:pt idx="716">1362.8699999999999</cx:pt>
          <cx:pt idx="717">366.32999999999998</cx:pt>
          <cx:pt idx="718">258.95999999999998</cx:pt>
          <cx:pt idx="719">1362.1199999999999</cx:pt>
          <cx:pt idx="720">644.75</cx:pt>
          <cx:pt idx="721">237.18000000000001</cx:pt>
          <cx:pt idx="722">95.099999999999994</cx:pt>
          <cx:pt idx="723">164.84999999999999</cx:pt>
          <cx:pt idx="724">410.91000000000003</cx:pt>
          <cx:pt idx="725">389.69999999999999</cx:pt>
          <cx:pt idx="726">2332.0799999999999</cx:pt>
          <cx:pt idx="727">478.75</cx:pt>
          <cx:pt idx="728">1303.04</cx:pt>
          <cx:pt idx="729">745.63999999999999</cx:pt>
          <cx:pt idx="730">474.60000000000002</cx:pt>
          <cx:pt idx="731">2922.3000000000002</cx:pt>
          <cx:pt idx="732">132.05000000000001</cx:pt>
          <cx:pt idx="733">1979.3599999999999</cx:pt>
          <cx:pt idx="734">898.44000000000005</cx:pt>
          <cx:pt idx="735">176.28</cx:pt>
          <cx:pt idx="736">2092.6500000000001</cx:pt>
          <cx:pt idx="737">2131.48</cx:pt>
          <cx:pt idx="738">970.74000000000001</cx:pt>
          <cx:pt idx="739">1546.9200000000001</cx:pt>
          <cx:pt idx="740">754.94000000000005</cx:pt>
          <cx:pt idx="741">1663.2</cx:pt>
          <cx:pt idx="742">2099.79</cx:pt>
          <cx:pt idx="743">576.35000000000002</cx:pt>
          <cx:pt idx="744">922.74000000000001</cx:pt>
          <cx:pt idx="745">445.19999999999999</cx:pt>
          <cx:pt idx="746">1985.6700000000001</cx:pt>
          <cx:pt idx="747">519.15999999999997</cx:pt>
          <cx:pt idx="748">212.43000000000001</cx:pt>
          <cx:pt idx="749">518.38999999999999</cx:pt>
          <cx:pt idx="750">581.63999999999999</cx:pt>
          <cx:pt idx="751">1199.72</cx:pt>
          <cx:pt idx="752">1717.48</cx:pt>
          <cx:pt idx="753">482.98000000000002</cx:pt>
          <cx:pt idx="754">904.10000000000002</cx:pt>
          <cx:pt idx="755">1010.13</cx:pt>
          <cx:pt idx="756">283.69</cx:pt>
          <cx:pt idx="757">157.72</cx:pt>
          <cx:pt idx="758">1874.52</cx:pt>
          <cx:pt idx="759">924.02999999999997</cx:pt>
          <cx:pt idx="760">39.560000000000002</cx:pt>
          <cx:pt idx="761">151.03999999999999</cx:pt>
          <cx:pt idx="762">230.88</cx:pt>
          <cx:pt idx="763">569.96000000000004</cx:pt>
          <cx:pt idx="764">3137.1500000000001</cx:pt>
          <cx:pt idx="765">1069.8199999999999</cx:pt>
          <cx:pt idx="766">557.75999999999999</cx:pt>
          <cx:pt idx="767">646.44000000000005</cx:pt>
          <cx:pt idx="768">3267.3000000000002</cx:pt>
          <cx:pt idx="769">2714.1999999999998</cx:pt>
          <cx:pt idx="770">314.38</cx:pt>
          <cx:pt idx="771">2077.3200000000002</cx:pt>
          <cx:pt idx="772">604.87</cx:pt>
          <cx:pt idx="773">1024.6600000000001</cx:pt>
          <cx:pt idx="774">61.619999999999997</cx:pt>
          <cx:pt idx="775">1250.4400000000001</cx:pt>
          <cx:pt idx="776">21.190000000000001</cx:pt>
          <cx:pt idx="777">322.44999999999999</cx:pt>
          <cx:pt idx="778">987.39999999999998</cx:pt>
          <cx:pt idx="779">1766.22</cx:pt>
          <cx:pt idx="780">737.91999999999996</cx:pt>
          <cx:pt idx="781">2621.3000000000002</cx:pt>
          <cx:pt idx="782">987.25999999999999</cx:pt>
          <cx:pt idx="783">438.33999999999997</cx:pt>
          <cx:pt idx="784">325.81</cx:pt>
          <cx:pt idx="785">176.09999999999999</cx:pt>
          <cx:pt idx="786">226.55000000000001</cx:pt>
          <cx:pt idx="787">887.84000000000003</cx:pt>
          <cx:pt idx="788">1202.8599999999999</cx:pt>
          <cx:pt idx="789">3456.4000000000001</cx:pt>
          <cx:pt idx="790">1671.5599999999999</cx:pt>
          <cx:pt idx="791">1637.1199999999999</cx:pt>
          <cx:pt idx="792">712.70000000000005</cx:pt>
          <cx:pt idx="793">851.10000000000002</cx:pt>
          <cx:pt idx="794">1539.4000000000001</cx:pt>
          <cx:pt idx="795">463.07999999999998</cx:pt>
          <cx:pt idx="796">1738.6500000000001</cx:pt>
          <cx:pt idx="797">877.51999999999998</cx:pt>
          <cx:pt idx="798">2441.75</cx:pt>
          <cx:pt idx="799">1314.24</cx:pt>
          <cx:pt idx="800">68.390000000000001</cx:pt>
          <cx:pt idx="801">2382.48</cx:pt>
          <cx:pt idx="802">3223.1999999999998</cx:pt>
          <cx:pt idx="803">1989.05</cx:pt>
          <cx:pt idx="804">709.5</cx:pt>
          <cx:pt idx="805">2360.0500000000002</cx:pt>
          <cx:pt idx="806">1268.75</cx:pt>
          <cx:pt idx="807">2028.6300000000001</cx:pt>
          <cx:pt idx="808">402.14999999999998</cx:pt>
          <cx:pt idx="809">1087.1500000000001</cx:pt>
          <cx:pt idx="810">553.55999999999995</cx:pt>
          <cx:pt idx="811">57.100000000000001</cx:pt>
          <cx:pt idx="812">510.51999999999998</cx:pt>
          <cx:pt idx="813">1462.7</cx:pt>
          <cx:pt idx="814">590.03999999999996</cx:pt>
          <cx:pt idx="815">1709.52</cx:pt>
          <cx:pt idx="816">2873.9499999999998</cx:pt>
          <cx:pt idx="817">2392.7600000000002</cx:pt>
          <cx:pt idx="818">1563.3599999999999</cx:pt>
          <cx:pt idx="819">796.89999999999998</cx:pt>
          <cx:pt idx="820">3119.0500000000002</cx:pt>
          <cx:pt idx="821">697.96000000000004</cx:pt>
          <cx:pt idx="822">479.56</cx:pt>
          <cx:pt idx="823">2612.52</cx:pt>
          <cx:pt idx="824">1443.3</cx:pt>
          <cx:pt idx="825">1358.45</cx:pt>
          <cx:pt idx="826">1391.4300000000001</cx:pt>
          <cx:pt idx="827">1279.76</cx:pt>
          <cx:pt idx="828">1618.3199999999999</cx:pt>
          <cx:pt idx="829">76.930000000000007</cx:pt>
          <cx:pt idx="830">762.55999999999995</cx:pt>
          <cx:pt idx="831">177.46000000000001</cx:pt>
          <cx:pt idx="832">2428.5500000000002</cx:pt>
          <cx:pt idx="833">391.44999999999999</cx:pt>
          <cx:pt idx="834">110.7</cx:pt>
          <cx:pt idx="835">679.64999999999998</cx:pt>
          <cx:pt idx="836">178.44</cx:pt>
          <cx:pt idx="837">3277.75</cx:pt>
          <cx:pt idx="838">2308.3200000000002</cx:pt>
          <cx:pt idx="839">593.90999999999997</cx:pt>
          <cx:pt idx="840">1235.8499999999999</cx:pt>
          <cx:pt idx="841">886.44000000000005</cx:pt>
          <cx:pt idx="842">1092.4200000000001</cx:pt>
          <cx:pt idx="843">1290.1800000000001</cx:pt>
          <cx:pt idx="844">320.92000000000002</cx:pt>
          <cx:pt idx="845">322.07999999999998</cx:pt>
          <cx:pt idx="846">719.72000000000003</cx:pt>
          <cx:pt idx="847">1736.9200000000001</cx:pt>
          <cx:pt idx="848">1291.7</cx:pt>
          <cx:pt idx="849">857.39999999999998</cx:pt>
          <cx:pt idx="850">1915.5</cx:pt>
          <cx:pt idx="851">365.56999999999999</cx:pt>
          <cx:pt idx="852">1704.1500000000001</cx:pt>
          <cx:pt idx="853">1470.03</cx:pt>
          <cx:pt idx="854">1117.8</cx:pt>
          <cx:pt idx="855">1203.05</cx:pt>
          <cx:pt idx="856">586.62</cx:pt>
          <cx:pt idx="857">773.51999999999998</cx:pt>
          <cx:pt idx="858">2178.3000000000002</cx:pt>
          <cx:pt idx="859">1306.6500000000001</cx:pt>
          <cx:pt idx="860">422.54000000000002</cx:pt>
          <cx:pt idx="861">1652.25</cx:pt>
          <cx:pt idx="862">362.45999999999998</cx:pt>
          <cx:pt idx="863">14.06</cx:pt>
          <cx:pt idx="864">491.11000000000001</cx:pt>
          <cx:pt idx="865">2709.48</cx:pt>
          <cx:pt idx="866">946.25</cx:pt>
          <cx:pt idx="867">570.32000000000005</cx:pt>
          <cx:pt idx="868">1265.28</cx:pt>
          <cx:pt idx="869">1067.9000000000001</cx:pt>
          <cx:pt idx="870">1880.3599999999999</cx:pt>
          <cx:pt idx="871">972.90000000000009</cx:pt>
          <cx:pt idx="872">2517.3600000000001</cx:pt>
          <cx:pt idx="873">410.51999999999998</cx:pt>
          <cx:pt idx="874">977.79999999999995</cx:pt>
          <cx:pt idx="875">666.94999999999993</cx:pt>
          <cx:pt idx="876">3044.5500000000002</cx:pt>
          <cx:pt idx="877">524.05999999999995</cx:pt>
          <cx:pt idx="878">661.38</cx:pt>
          <cx:pt idx="879">1095.3399999999999</cx:pt>
          <cx:pt idx="880">934.79999999999995</cx:pt>
          <cx:pt idx="881">897.70000000000005</cx:pt>
          <cx:pt idx="882">548.24000000000001</cx:pt>
          <cx:pt idx="883">2807.4000000000001</cx:pt>
          <cx:pt idx="884">595.53999999999996</cx:pt>
          <cx:pt idx="885">2062.3600000000001</cx:pt>
          <cx:pt idx="886">460.13</cx:pt>
          <cx:pt idx="887">514.98000000000002</cx:pt>
          <cx:pt idx="888">533.89999999999998</cx:pt>
          <cx:pt idx="889">3253.5999999999999</cx:pt>
          <cx:pt idx="890">1318.5899999999999</cx:pt>
          <cx:pt idx="891">1963.6199999999999</cx:pt>
          <cx:pt idx="892">394.52999999999997</cx:pt>
          <cx:pt idx="893">678.00999999999999</cx:pt>
          <cx:pt idx="894">1725.03</cx:pt>
          <cx:pt idx="895">463.92000000000002</cx:pt>
          <cx:pt idx="896">441.87</cx:pt>
          <cx:pt idx="897">1925.9200000000001</cx:pt>
          <cx:pt idx="898">475.11000000000001</cx:pt>
          <cx:pt idx="899">646.74000000000001</cx:pt>
          <cx:pt idx="900">369.14999999999998</cx:pt>
          <cx:pt idx="901">458.63</cx:pt>
          <cx:pt idx="902">721</cx:pt>
          <cx:pt idx="903">1420.47</cx:pt>
          <cx:pt idx="904">949.72000000000003</cx:pt>
          <cx:pt idx="905">442.38999999999999</cx:pt>
          <cx:pt idx="906">62.119999999999997</cx:pt>
          <cx:pt idx="907">1491.95</cx:pt>
          <cx:pt idx="908">1395.8599999999999</cx:pt>
          <cx:pt idx="909">583.70000000000005</cx:pt>
          <cx:pt idx="910">926.94000000000005</cx:pt>
          <cx:pt idx="911">1984.3</cx:pt>
          <cx:pt idx="912">279.38</cx:pt>
          <cx:pt idx="913">2379.75</cx:pt>
          <cx:pt idx="914">626.60000000000002</cx:pt>
          <cx:pt idx="915">2011.96</cx:pt>
          <cx:pt idx="916">2894.1500000000001</cx:pt>
          <cx:pt idx="917">1919.0999999999999</cx:pt>
          <cx:pt idx="918">1841.25</cx:pt>
          <cx:pt idx="919">749.20000000000005</cx:pt>
          <cx:pt idx="920">856.17999999999995</cx:pt>
          <cx:pt idx="921">438.93000000000001</cx:pt>
          <cx:pt idx="922">1127.6400000000001</cx:pt>
          <cx:pt idx="923">1949.79</cx:pt>
          <cx:pt idx="924">1342.1500000000001</cx:pt>
          <cx:pt idx="925">2512.3499999999999</cx:pt>
          <cx:pt idx="926">26.949999999999999</cx:pt>
          <cx:pt idx="927">258.75999999999999</cx:pt>
          <cx:pt idx="928">741.33000000000004</cx:pt>
          <cx:pt idx="929">1072.5</cx:pt>
          <cx:pt idx="930">912.08000000000004</cx:pt>
          <cx:pt idx="931">80.459999999999994</cx:pt>
          <cx:pt idx="932">144.78</cx:pt>
          <cx:pt idx="933">788.32000000000005</cx:pt>
          <cx:pt idx="934">479.36000000000001</cx:pt>
          <cx:pt idx="935">2078.1300000000001</cx:pt>
          <cx:pt idx="936">226.63999999999999</cx:pt>
          <cx:pt idx="937">597.05999999999995</cx:pt>
          <cx:pt idx="938">994.37999999999988</cx:pt>
          <cx:pt idx="939">1042.8</cx:pt>
          <cx:pt idx="940">1221.28</cx:pt>
          <cx:pt idx="941">558.5</cx:pt>
          <cx:pt idx="942">479.75999999999999</cx:pt>
          <cx:pt idx="943">580.47000000000003</cx:pt>
          <cx:pt idx="944">852.44000000000005</cx:pt>
          <cx:pt idx="945">1382.2</cx:pt>
          <cx:pt idx="946">809.91999999999996</cx:pt>
          <cx:pt idx="947">1862.6400000000001</cx:pt>
          <cx:pt idx="948">1188.1400000000001</cx:pt>
          <cx:pt idx="949">551.89999999999998</cx:pt>
          <cx:pt idx="950">596.24000000000001</cx:pt>
          <cx:pt idx="951">612.48000000000002</cx:pt>
          <cx:pt idx="952">1510.1700000000001</cx:pt>
          <cx:pt idx="953">131.61000000000001</cx:pt>
          <cx:pt idx="954">1330.3199999999999</cx:pt>
          <cx:pt idx="955">408.13</cx:pt>
          <cx:pt idx="956">321.95999999999998</cx:pt>
          <cx:pt idx="957">3219.4499999999998</cx:pt>
          <cx:pt idx="958">475.98000000000002</cx:pt>
          <cx:pt idx="959">287.63999999999999</cx:pt>
          <cx:pt idx="960">1137.21</cx:pt>
          <cx:pt idx="961">601.36000000000001</cx:pt>
          <cx:pt idx="962">284.16000000000003</cx:pt>
          <cx:pt idx="963">2651.6999999999998</cx:pt>
          <cx:pt idx="964">1822.0999999999999</cx:pt>
          <cx:pt idx="965">2313.1199999999999</cx:pt>
          <cx:pt idx="966">1402.5999999999999</cx:pt>
          <cx:pt idx="967">3194.5999999999999</cx:pt>
          <cx:pt idx="968">1648.8</cx:pt>
          <cx:pt idx="969">440.33999999999997</cx:pt>
          <cx:pt idx="970">627.14999999999998</cx:pt>
          <cx:pt idx="971">1210.52</cx:pt>
          <cx:pt idx="972">90.269999999999996</cx:pt>
          <cx:pt idx="973">1153.8499999999999</cx:pt>
          <cx:pt idx="974">1333.9000000000001</cx:pt>
          <cx:pt idx="975">105.92</cx:pt>
          <cx:pt idx="976">1767.9000000000001</cx:pt>
          <cx:pt idx="977">2597.8800000000001</cx:pt>
          <cx:pt idx="978">429.95999999999998</cx:pt>
          <cx:pt idx="979">2007.1800000000001</cx:pt>
          <cx:pt idx="980">208.94999999999999</cx:pt>
          <cx:pt idx="981">547.32000000000005</cx:pt>
          <cx:pt idx="982">304.11000000000001</cx:pt>
          <cx:pt idx="983">1185.1199999999999</cx:pt>
          <cx:pt idx="984">77.640000000000001</cx:pt>
          <cx:pt idx="985">243.71000000000001</cx:pt>
          <cx:pt idx="986">2579.8400000000001</cx:pt>
          <cx:pt idx="987">1418.6500000000001</cx:pt>
          <cx:pt idx="988">1259.1199999999999</cx:pt>
          <cx:pt idx="989">984.44000000000005</cx:pt>
          <cx:pt idx="990">836.51999999999998</cx:pt>
          <cx:pt idx="991">635.90000000000009</cx:pt>
          <cx:pt idx="992">1758.6300000000001</cx:pt>
          <cx:pt idx="993">802.34999999999991</cx:pt>
          <cx:pt idx="994">2462.5999999999999</cx:pt>
          <cx:pt idx="995">226.58000000000001</cx:pt>
          <cx:pt idx="996">1895.4400000000001</cx:pt>
          <cx:pt idx="997">1334.25</cx:pt>
          <cx:pt idx="998">367.33999999999997</cx:pt>
          <cx:pt idx="999">483.38</cx:pt>
          <cx:pt idx="1000">1304.6500000000001</cx:pt>
          <cx:pt idx="1001">507.36000000000001</cx:pt>
          <cx:pt idx="1002">2799.52</cx:pt>
          <cx:pt idx="1003">1599.8499999999999</cx:pt>
          <cx:pt idx="1004">987.63999999999999</cx:pt>
          <cx:pt idx="1005">1178.55</cx:pt>
          <cx:pt idx="1006">2104.9000000000001</cx:pt>
          <cx:pt idx="1007">146.52000000000001</cx:pt>
          <cx:pt idx="1008">1232.6400000000001</cx:pt>
          <cx:pt idx="1009">352.92000000000002</cx:pt>
          <cx:pt idx="1010">1978.71</cx:pt>
          <cx:pt idx="1011">956.72000000000003</cx:pt>
          <cx:pt idx="1012">120.2</cx:pt>
          <cx:pt idx="1013">1202.24</cx:pt>
          <cx:pt idx="1014">1132.25</cx:pt>
          <cx:pt idx="1015">698.79999999999995</cx:pt>
          <cx:pt idx="1016">1343.9000000000001</cx:pt>
          <cx:pt idx="1017">1361.7</cx:pt>
          <cx:pt idx="1018">547.43999999999994</cx:pt>
          <cx:pt idx="1019">277.08999999999997</cx:pt>
          <cx:pt idx="1020">53</cx:pt>
          <cx:pt idx="1021">945.80999999999995</cx:pt>
          <cx:pt idx="1022">1352.9400000000001</cx:pt>
          <cx:pt idx="1023">1168.3499999999999</cx:pt>
          <cx:pt idx="1024">1103.25</cx:pt>
          <cx:pt idx="1025">23.530000000000001</cx:pt>
          <cx:pt idx="1026">677.48000000000002</cx:pt>
          <cx:pt idx="1027">2219.3200000000002</cx:pt>
          <cx:pt idx="1028">1761.24</cx:pt>
          <cx:pt idx="1029">87.060000000000002</cx:pt>
          <cx:pt idx="1030">981.12</cx:pt>
          <cx:pt idx="1031">3322.5500000000002</cx:pt>
          <cx:pt idx="1032">618.67999999999995</cx:pt>
          <cx:pt idx="1033">370.85000000000002</cx:pt>
          <cx:pt idx="1034">2071.9200000000001</cx:pt>
          <cx:pt idx="1035">2024.4400000000001</cx:pt>
          <cx:pt idx="1036">1241.49</cx:pt>
          <cx:pt idx="1037">249.81</cx:pt>
          <cx:pt idx="1038">1087.5899999999999</cx:pt>
          <cx:pt idx="1039">598.46000000000004</cx:pt>
          <cx:pt idx="1040">536.07000000000005</cx:pt>
          <cx:pt idx="1041">2235.5999999999999</cx:pt>
          <cx:pt idx="1042">819.5</cx:pt>
          <cx:pt idx="1043">359.92000000000002</cx:pt>
          <cx:pt idx="1044">38.490000000000002</cx:pt>
          <cx:pt idx="1045">1582</cx:pt>
          <cx:pt idx="1046">1641.45</cx:pt>
          <cx:pt idx="1047">2161.3600000000001</cx:pt>
          <cx:pt idx="1048">294.60000000000002</cx:pt>
          <cx:pt idx="1049">1959.3</cx:pt>
          <cx:pt idx="1050">348.5</cx:pt>
          <cx:pt idx="1051">132.15000000000001</cx:pt>
          <cx:pt idx="1052">531.74000000000001</cx:pt>
          <cx:pt idx="1053">993.24000000000001</cx:pt>
          <cx:pt idx="1054">660.65999999999997</cx:pt>
          <cx:pt idx="1055">1099.28</cx:pt>
          <cx:pt idx="1056">972.70000000000005</cx:pt>
          <cx:pt idx="1057">1286.6400000000001</cx:pt>
          <cx:pt idx="1058">824.27999999999997</cx:pt>
          <cx:pt idx="1059">265.63999999999999</cx:pt>
          <cx:pt idx="1060">546.86000000000001</cx:pt>
          <cx:pt idx="1061">658.5</cx:pt>
          <cx:pt idx="1062">427.60000000000002</cx:pt>
          <cx:pt idx="1063">641.36000000000001</cx:pt>
          <cx:pt idx="1064">795.24000000000001</cx:pt>
          <cx:pt idx="1065">3334</cx:pt>
          <cx:pt idx="1066">355.08999999999997</cx:pt>
          <cx:pt idx="1067">632.39999999999998</cx:pt>
          <cx:pt idx="1068">133.38999999999999</cx:pt>
          <cx:pt idx="1069">454.23000000000002</cx:pt>
          <cx:pt idx="1070">1965.1600000000001</cx:pt>
          <cx:pt idx="1071">510.27999999999997</cx:pt>
          <cx:pt idx="1072">392.61000000000001</cx:pt>
          <cx:pt idx="1073">1448.24</cx:pt>
          <cx:pt idx="1074">222.72999999999999</cx:pt>
          <cx:pt idx="1075">1105.26</cx:pt>
          <cx:pt idx="1076">2746.4400000000001</cx:pt>
          <cx:pt idx="1077">915.48000000000002</cx:pt>
          <cx:pt idx="1078">41.090000000000003</cx:pt>
          <cx:pt idx="1079">3170</cx:pt>
          <cx:pt idx="1080">2323.6999999999998</cx:pt>
          <cx:pt idx="1081">1702.4000000000001</cx:pt>
          <cx:pt idx="1082">1719.6600000000001</cx:pt>
          <cx:pt idx="1083">123.28</cx:pt>
          <cx:pt idx="1084">70.819999999999993</cx:pt>
          <cx:pt idx="1085">1293.3800000000001</cx:pt>
          <cx:pt idx="1086">1026.8399999999999</cx:pt>
          <cx:pt idx="1087">2772.2800000000002</cx:pt>
          <cx:pt idx="1088">1474.29</cx:pt>
          <cx:pt idx="1089">1199.48</cx:pt>
          <cx:pt idx="1090">1300.5</cx:pt>
          <cx:pt idx="1091">628.43999999999994</cx:pt>
          <cx:pt idx="1092">1046</cx:pt>
          <cx:pt idx="1093">789.44000000000005</cx:pt>
          <cx:pt idx="1094">2595.6399999999999</cx:pt>
          <cx:pt idx="1095">883.08000000000004</cx:pt>
          <cx:pt idx="1096">929.84000000000003</cx:pt>
          <cx:pt idx="1097">2532.25</cx:pt>
          <cx:pt idx="1098">1023.4400000000001</cx:pt>
          <cx:pt idx="1099">250.46000000000001</cx:pt>
          <cx:pt idx="1100">190.55000000000001</cx:pt>
          <cx:pt idx="1101">485.91000000000003</cx:pt>
          <cx:pt idx="1102">1388.6800000000001</cx:pt>
          <cx:pt idx="1103">1105.28</cx:pt>
          <cx:pt idx="1104">1259.04</cx:pt>
          <cx:pt idx="1105">1427.0699999999999</cx:pt>
          <cx:pt idx="1106">372.80000000000001</cx:pt>
          <cx:pt idx="1107">126.42</cx:pt>
          <cx:pt idx="1108">634.94000000000005</cx:pt>
          <cx:pt idx="1109">309.88</cx:pt>
          <cx:pt idx="1110">252.93000000000001</cx:pt>
          <cx:pt idx="1111">937.79999999999995</cx:pt>
          <cx:pt idx="1112">356.81</cx:pt>
          <cx:pt idx="1113">839.96000000000004</cx:pt>
          <cx:pt idx="1114">1979.6400000000001</cx:pt>
          <cx:pt idx="1115">672.63999999999999</cx:pt>
          <cx:pt idx="1116">1062.98</cx:pt>
          <cx:pt idx="1117">1765.3199999999999</cx:pt>
          <cx:pt idx="1118">754.43999999999994</cx:pt>
          <cx:pt idx="1119">684.64999999999998</cx:pt>
          <cx:pt idx="1120">195.86000000000001</cx:pt>
          <cx:pt idx="1121">151.02000000000001</cx:pt>
          <cx:pt idx="1122">3390.9499999999998</cx:pt>
          <cx:pt idx="1123">1662.75</cx:pt>
          <cx:pt idx="1124">2307.48</cx:pt>
          <cx:pt idx="1125">1633.4400000000001</cx:pt>
          <cx:pt idx="1126">950.55000000000007</cx:pt>
          <cx:pt idx="1127">1808.25</cx:pt>
          <cx:pt idx="1128">1940.3699999999999</cx:pt>
          <cx:pt idx="1129">1674.8399999999999</cx:pt>
          <cx:pt idx="1130">646.89999999999998</cx:pt>
          <cx:pt idx="1131">694.5</cx:pt>
          <cx:pt idx="1132">674.63999999999999</cx:pt>
          <cx:pt idx="1133">935.82000000000005</cx:pt>
          <cx:pt idx="1134">153.12</cx:pt>
          <cx:pt idx="1135">146.81999999999999</cx:pt>
          <cx:pt idx="1136">2004.99</cx:pt>
          <cx:pt idx="1137">1640.8399999999999</cx:pt>
          <cx:pt idx="1138">1177.6400000000001</cx:pt>
          <cx:pt idx="1139">1505.46</cx:pt>
          <cx:pt idx="1140">1105.6600000000001</cx:pt>
          <cx:pt idx="1141">1495.98</cx:pt>
          <cx:pt idx="1142">2780.4000000000001</cx:pt>
          <cx:pt idx="1143">381.61000000000001</cx:pt>
          <cx:pt idx="1144">2539.6999999999998</cx:pt>
          <cx:pt idx="1145">1714.5899999999999</cx:pt>
          <cx:pt idx="1146">2107.1999999999998</cx:pt>
          <cx:pt idx="1147">1176.5999999999999</cx:pt>
          <cx:pt idx="1148">355.14999999999998</cx:pt>
          <cx:pt idx="1149">1390.5799999999999</cx:pt>
          <cx:pt idx="1150">1210.5999999999999</cx:pt>
          <cx:pt idx="1151">1216.0799999999999</cx:pt>
          <cx:pt idx="1152">688.36000000000001</cx:pt>
          <cx:pt idx="1153">2786.8400000000001</cx:pt>
          <cx:pt idx="1154">595.88999999999999</cx:pt>
          <cx:pt idx="1155">2138.2800000000002</cx:pt>
          <cx:pt idx="1156">2763.1199999999999</cx:pt>
          <cx:pt idx="1157">904.65000000000009</cx:pt>
          <cx:pt idx="1158">109.68000000000001</cx:pt>
          <cx:pt idx="1159">1866.8</cx:pt>
          <cx:pt idx="1160">541.63999999999999</cx:pt>
          <cx:pt idx="1161">11.390000000000001</cx:pt>
          <cx:pt idx="1162">448.74000000000001</cx:pt>
          <cx:pt idx="1163">918.87000000000012</cx:pt>
          <cx:pt idx="1164">1577.8499999999999</cx:pt>
          <cx:pt idx="1165">671.37</cx:pt>
          <cx:pt idx="1166">973.41000000000008</cx:pt>
          <cx:pt idx="1167">185.74000000000001</cx:pt>
          <cx:pt idx="1168">662.84000000000003</cx:pt>
          <cx:pt idx="1169">525.42999999999995</cx:pt>
          <cx:pt idx="1170">1394.3800000000001</cx:pt>
          <cx:pt idx="1171">2073.5999999999999</cx:pt>
          <cx:pt idx="1172">395.88</cx:pt>
          <cx:pt idx="1173">208.36000000000001</cx:pt>
          <cx:pt idx="1174">667.01999999999998</cx:pt>
          <cx:pt idx="1175">275.22000000000003</cx:pt>
          <cx:pt idx="1176">427.66000000000003</cx:pt>
          <cx:pt idx="1177">127.55</cx:pt>
          <cx:pt idx="1178">70.239999999999995</cx:pt>
          <cx:pt idx="1179">2592.75</cx:pt>
          <cx:pt idx="1180">1193.4400000000001</cx:pt>
          <cx:pt idx="1181">476.22000000000003</cx:pt>
          <cx:pt idx="1182">840.58000000000004</cx:pt>
          <cx:pt idx="1183">281.51999999999998</cx:pt>
          <cx:pt idx="1184">204.08000000000001</cx:pt>
          <cx:pt idx="1185">343.31</cx:pt>
          <cx:pt idx="1186">163.31999999999999</cx:pt>
          <cx:pt idx="1187">369.19999999999999</cx:pt>
          <cx:pt idx="1188">742.58000000000004</cx:pt>
          <cx:pt idx="1189">1946.0999999999999</cx:pt>
          <cx:pt idx="1190">1849.1700000000001</cx:pt>
          <cx:pt idx="1191">1505.72</cx:pt>
          <cx:pt idx="1192">1298.55</cx:pt>
          <cx:pt idx="1193">687.88999999999999</cx:pt>
          <cx:pt idx="1194">568.31999999999994</cx:pt>
          <cx:pt idx="1195">107.04000000000001</cx:pt>
          <cx:pt idx="1196">1325.0599999999999</cx:pt>
          <cx:pt idx="1197">873.67999999999995</cx:pt>
          <cx:pt idx="1198">1050.0799999999999</cx:pt>
          <cx:pt idx="1199">2242.3200000000002</cx:pt>
        </cx:lvl>
      </cx:numDim>
    </cx:data>
  </cx:chartData>
  <cx:chart>
    <cx:title pos="t" align="ctr" overlay="0">
      <cx:tx>
        <cx:txData>
          <cx:v>Total Price</cx:v>
        </cx:txData>
      </cx:tx>
      <cx:txPr>
        <a:bodyPr spcFirstLastPara="1" vertOverflow="ellipsis" horzOverflow="overflow" wrap="square" lIns="0" tIns="0" rIns="0" bIns="0" anchor="ctr" anchorCtr="1"/>
        <a:lstStyle/>
        <a:p>
          <a:pPr algn="ctr" rtl="0">
            <a:defRPr b="1"/>
          </a:pPr>
          <a:r>
            <a:rPr lang="en-US" sz="1400" b="1" i="0" u="none" strike="noStrike" baseline="0">
              <a:solidFill>
                <a:sysClr val="windowText" lastClr="000000">
                  <a:lumMod val="65000"/>
                  <a:lumOff val="35000"/>
                </a:sysClr>
              </a:solidFill>
              <a:latin typeface="Calibri" panose="020F0502020204030204"/>
            </a:rPr>
            <a:t>Total Price</a:t>
          </a:r>
        </a:p>
      </cx:txPr>
    </cx:title>
    <cx:plotArea>
      <cx:plotAreaRegion>
        <cx:series layoutId="boxWhisker" uniqueId="{95EA4E2E-562C-4CBC-BCAC-4A54C3999FB2}">
          <cx:dataLabels>
            <cx:txPr>
              <a:bodyPr spcFirstLastPara="1" vertOverflow="ellipsis" horzOverflow="overflow" wrap="square" lIns="0" tIns="0" rIns="0" bIns="0" anchor="ctr" anchorCtr="1"/>
              <a:lstStyle/>
              <a:p>
                <a:pPr algn="ctr" rtl="0">
                  <a:defRPr b="1"/>
                </a:pPr>
                <a:endParaRPr lang="en-US" sz="900" b="1" i="0" u="none" strike="noStrike" baseline="0">
                  <a:solidFill>
                    <a:prstClr val="black">
                      <a:lumMod val="65000"/>
                      <a:lumOff val="35000"/>
                    </a:prstClr>
                  </a:solidFill>
                  <a:latin typeface="Calibri" panose="020F0502020204030204"/>
                </a:endParaRPr>
              </a:p>
            </cx:txPr>
            <cx:visibility seriesName="0" categoryName="0" value="1"/>
            <cx:dataLabel idx="1191">
              <cx:txPr>
                <a:bodyPr spcFirstLastPara="1" vertOverflow="ellipsis" horzOverflow="overflow" wrap="square" lIns="0" tIns="0" rIns="0" bIns="0" anchor="ctr" anchorCtr="1"/>
                <a:lstStyle/>
                <a:p>
                  <a:pPr algn="ctr" rtl="0">
                    <a:defRPr>
                      <a:solidFill>
                        <a:schemeClr val="bg1"/>
                      </a:solidFill>
                    </a:defRPr>
                  </a:pPr>
                  <a:r>
                    <a:rPr lang="en-US" sz="900" b="1" i="0" u="none" strike="noStrike" baseline="0">
                      <a:solidFill>
                        <a:schemeClr val="bg1"/>
                      </a:solidFill>
                      <a:latin typeface="Calibri" panose="020F0502020204030204"/>
                    </a:rPr>
                    <a:t>₹ 3,322.55</a:t>
                  </a:r>
                </a:p>
              </cx:txPr>
              <cx:visibility seriesName="0" categoryName="0" value="1"/>
            </cx:dataLabel>
            <cx:dataLabel idx="1192">
              <cx:txPr>
                <a:bodyPr spcFirstLastPara="1" vertOverflow="ellipsis" horzOverflow="overflow" wrap="square" lIns="0" tIns="0" rIns="0" bIns="0" anchor="ctr" anchorCtr="1"/>
                <a:lstStyle/>
                <a:p>
                  <a:pPr algn="ctr" rtl="0">
                    <a:defRPr>
                      <a:solidFill>
                        <a:schemeClr val="bg1"/>
                      </a:solidFill>
                    </a:defRPr>
                  </a:pPr>
                  <a:r>
                    <a:rPr lang="en-US" sz="900" b="1" i="0" u="none" strike="noStrike" baseline="0">
                      <a:solidFill>
                        <a:schemeClr val="bg1"/>
                      </a:solidFill>
                      <a:latin typeface="Calibri" panose="020F0502020204030204"/>
                    </a:rPr>
                    <a:t>₹ 3,334.00</a:t>
                  </a:r>
                </a:p>
              </cx:txPr>
              <cx:visibility seriesName="0" categoryName="0" value="1"/>
            </cx:dataLabel>
            <cx:dataLabel idx="1199">
              <cx:txPr>
                <a:bodyPr spcFirstLastPara="1" vertOverflow="ellipsis" horzOverflow="overflow" wrap="square" lIns="0" tIns="0" rIns="0" bIns="0" anchor="ctr" anchorCtr="1"/>
                <a:lstStyle/>
                <a:p>
                  <a:pPr algn="ctr" rtl="0">
                    <a:defRPr>
                      <a:solidFill>
                        <a:schemeClr val="tx1"/>
                      </a:solidFill>
                    </a:defRPr>
                  </a:pPr>
                  <a:r>
                    <a:rPr lang="en-US" sz="900" b="1" i="0" u="none" strike="noStrike" baseline="0">
                      <a:solidFill>
                        <a:schemeClr val="tx1"/>
                      </a:solidFill>
                      <a:latin typeface="Calibri" panose="020F0502020204030204"/>
                    </a:rPr>
                    <a:t>₹ 3,456.40</a:t>
                  </a:r>
                </a:p>
              </cx:txPr>
              <cx:visibility seriesName="0" categoryName="0" value="1"/>
            </cx:dataLabel>
            <cx:dataLabel idx="1203">
              <cx:txPr>
                <a:bodyPr spcFirstLastPara="1" vertOverflow="ellipsis" horzOverflow="overflow" wrap="square" lIns="0" tIns="0" rIns="0" bIns="0" anchor="ctr" anchorCtr="1"/>
                <a:lstStyle/>
                <a:p>
                  <a:pPr algn="ctr" rtl="0">
                    <a:defRPr>
                      <a:solidFill>
                        <a:schemeClr val="bg1"/>
                      </a:solidFill>
                    </a:defRPr>
                  </a:pPr>
                  <a:r>
                    <a:rPr lang="en-US" sz="900" b="1" i="0" u="none" strike="noStrike" baseline="0">
                      <a:solidFill>
                        <a:schemeClr val="bg1"/>
                      </a:solidFill>
                      <a:latin typeface="Calibri" panose="020F0502020204030204"/>
                    </a:rPr>
                    <a:t>₹ 1,053.97</a:t>
                  </a:r>
                </a:p>
              </cx:txPr>
              <cx:visibility seriesName="0" categoryName="0" value="1"/>
            </cx:dataLabel>
          </cx:dataLabels>
          <cx:dataId val="0"/>
          <cx:layoutPr>
            <cx:visibility meanLine="0" meanMarker="1" nonoutliers="0" outliers="1"/>
            <cx:statistics quartileMethod="exclusive"/>
          </cx:layoutPr>
        </cx:series>
      </cx:plotAreaRegion>
      <cx:axis id="0">
        <cx:catScaling gapWidth="1"/>
        <cx:tickLabels/>
      </cx:axis>
      <cx:axis id="1">
        <cx:valScaling/>
        <cx:tickLabels/>
        <cx:txPr>
          <a:bodyPr spcFirstLastPara="1" vertOverflow="ellipsis" horzOverflow="overflow" wrap="square" lIns="0" tIns="0" rIns="0" bIns="0" anchor="ctr" anchorCtr="1"/>
          <a:lstStyle/>
          <a:p>
            <a:pPr algn="ctr" rtl="0">
              <a:defRPr b="1"/>
            </a:pPr>
            <a:endParaRPr lang="en-US" sz="900" b="1" i="0" u="none" strike="noStrike" baseline="0">
              <a:solidFill>
                <a:prstClr val="black">
                  <a:lumMod val="65000"/>
                  <a:lumOff val="35000"/>
                </a:prstClr>
              </a:solidFill>
              <a:latin typeface="Calibri" panose="020F0502020204030204"/>
            </a:endParaRPr>
          </a:p>
        </cx:txPr>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'[Decodes internship project.xlsx]Cleaned Data'!$H$2:$H$1201</cx:f>
        <cx:lvl ptCount="1200" formatCode="General">
          <cx:pt idx="0">5</cx:pt>
          <cx:pt idx="1">2</cx:pt>
          <cx:pt idx="2">5</cx:pt>
          <cx:pt idx="3">1</cx:pt>
          <cx:pt idx="4">4</cx:pt>
          <cx:pt idx="5">2</cx:pt>
          <cx:pt idx="6">1</cx:pt>
          <cx:pt idx="7">5</cx:pt>
          <cx:pt idx="8">2</cx:pt>
          <cx:pt idx="9">4</cx:pt>
          <cx:pt idx="10">5</cx:pt>
          <cx:pt idx="11">3</cx:pt>
          <cx:pt idx="12">2</cx:pt>
          <cx:pt idx="13">3</cx:pt>
          <cx:pt idx="14">2</cx:pt>
          <cx:pt idx="15">1</cx:pt>
          <cx:pt idx="16">2</cx:pt>
          <cx:pt idx="17">1</cx:pt>
          <cx:pt idx="18">1</cx:pt>
          <cx:pt idx="19">5</cx:pt>
          <cx:pt idx="20">5</cx:pt>
          <cx:pt idx="21">4</cx:pt>
          <cx:pt idx="22">2</cx:pt>
          <cx:pt idx="23">4</cx:pt>
          <cx:pt idx="24">2</cx:pt>
          <cx:pt idx="25">1</cx:pt>
          <cx:pt idx="26">5</cx:pt>
          <cx:pt idx="27">1</cx:pt>
          <cx:pt idx="28">4</cx:pt>
          <cx:pt idx="29">3</cx:pt>
          <cx:pt idx="30">2</cx:pt>
          <cx:pt idx="31">3</cx:pt>
          <cx:pt idx="32">5</cx:pt>
          <cx:pt idx="33">1</cx:pt>
          <cx:pt idx="34">4</cx:pt>
          <cx:pt idx="35">2</cx:pt>
          <cx:pt idx="36">2</cx:pt>
          <cx:pt idx="37">2</cx:pt>
          <cx:pt idx="38">1</cx:pt>
          <cx:pt idx="39">3</cx:pt>
          <cx:pt idx="40">2</cx:pt>
          <cx:pt idx="41">3</cx:pt>
          <cx:pt idx="42">2</cx:pt>
          <cx:pt idx="43">3</cx:pt>
          <cx:pt idx="44">2</cx:pt>
          <cx:pt idx="45">1</cx:pt>
          <cx:pt idx="46">4</cx:pt>
          <cx:pt idx="47">2</cx:pt>
          <cx:pt idx="48">2</cx:pt>
          <cx:pt idx="49">1</cx:pt>
          <cx:pt idx="50">1</cx:pt>
          <cx:pt idx="51">1</cx:pt>
          <cx:pt idx="52">1</cx:pt>
          <cx:pt idx="53">4</cx:pt>
          <cx:pt idx="54">1</cx:pt>
          <cx:pt idx="55">3</cx:pt>
          <cx:pt idx="56">3</cx:pt>
          <cx:pt idx="57">5</cx:pt>
          <cx:pt idx="58">4</cx:pt>
          <cx:pt idx="59">4</cx:pt>
          <cx:pt idx="60">1</cx:pt>
          <cx:pt idx="61">4</cx:pt>
          <cx:pt idx="62">2</cx:pt>
          <cx:pt idx="63">1</cx:pt>
          <cx:pt idx="64">3</cx:pt>
          <cx:pt idx="65">5</cx:pt>
          <cx:pt idx="66">5</cx:pt>
          <cx:pt idx="67">4</cx:pt>
          <cx:pt idx="68">3</cx:pt>
          <cx:pt idx="69">3</cx:pt>
          <cx:pt idx="70">1</cx:pt>
          <cx:pt idx="71">3</cx:pt>
          <cx:pt idx="72">4</cx:pt>
          <cx:pt idx="73">4</cx:pt>
          <cx:pt idx="74">5</cx:pt>
          <cx:pt idx="75">3</cx:pt>
          <cx:pt idx="76">4</cx:pt>
          <cx:pt idx="77">1</cx:pt>
          <cx:pt idx="78">4</cx:pt>
          <cx:pt idx="79">2</cx:pt>
          <cx:pt idx="80">3</cx:pt>
          <cx:pt idx="81">2</cx:pt>
          <cx:pt idx="82">4</cx:pt>
          <cx:pt idx="83">4</cx:pt>
          <cx:pt idx="84">2</cx:pt>
          <cx:pt idx="85">3</cx:pt>
          <cx:pt idx="86">5</cx:pt>
          <cx:pt idx="87">3</cx:pt>
          <cx:pt idx="88">3</cx:pt>
          <cx:pt idx="89">5</cx:pt>
          <cx:pt idx="90">4</cx:pt>
          <cx:pt idx="91">5</cx:pt>
          <cx:pt idx="92">4</cx:pt>
          <cx:pt idx="93">4</cx:pt>
          <cx:pt idx="94">1</cx:pt>
          <cx:pt idx="95">4</cx:pt>
          <cx:pt idx="96">2</cx:pt>
          <cx:pt idx="97">5</cx:pt>
          <cx:pt idx="98">2</cx:pt>
          <cx:pt idx="99">1</cx:pt>
          <cx:pt idx="100">3</cx:pt>
          <cx:pt idx="101">1</cx:pt>
          <cx:pt idx="102">2</cx:pt>
          <cx:pt idx="103">4</cx:pt>
          <cx:pt idx="104">1</cx:pt>
          <cx:pt idx="105">3</cx:pt>
          <cx:pt idx="106">3</cx:pt>
          <cx:pt idx="107">5</cx:pt>
          <cx:pt idx="108">5</cx:pt>
          <cx:pt idx="109">3</cx:pt>
          <cx:pt idx="110">1</cx:pt>
          <cx:pt idx="111">3</cx:pt>
          <cx:pt idx="112">1</cx:pt>
          <cx:pt idx="113">5</cx:pt>
          <cx:pt idx="114">5</cx:pt>
          <cx:pt idx="115">5</cx:pt>
          <cx:pt idx="116">4</cx:pt>
          <cx:pt idx="117">1</cx:pt>
          <cx:pt idx="118">5</cx:pt>
          <cx:pt idx="119">2</cx:pt>
          <cx:pt idx="120">4</cx:pt>
          <cx:pt idx="121">1</cx:pt>
          <cx:pt idx="122">2</cx:pt>
          <cx:pt idx="123">3</cx:pt>
          <cx:pt idx="124">4</cx:pt>
          <cx:pt idx="125">2</cx:pt>
          <cx:pt idx="126">4</cx:pt>
          <cx:pt idx="127">3</cx:pt>
          <cx:pt idx="128">4</cx:pt>
          <cx:pt idx="129">4</cx:pt>
          <cx:pt idx="130">3</cx:pt>
          <cx:pt idx="131">1</cx:pt>
          <cx:pt idx="132">4</cx:pt>
          <cx:pt idx="133">4</cx:pt>
          <cx:pt idx="134">2</cx:pt>
          <cx:pt idx="135">2</cx:pt>
          <cx:pt idx="136">1</cx:pt>
          <cx:pt idx="137">2</cx:pt>
          <cx:pt idx="138">1</cx:pt>
          <cx:pt idx="139">1</cx:pt>
          <cx:pt idx="140">3</cx:pt>
          <cx:pt idx="141">3</cx:pt>
          <cx:pt idx="142">5</cx:pt>
          <cx:pt idx="143">4</cx:pt>
          <cx:pt idx="144">5</cx:pt>
          <cx:pt idx="145">3</cx:pt>
          <cx:pt idx="146">2</cx:pt>
          <cx:pt idx="147">2</cx:pt>
          <cx:pt idx="148">2</cx:pt>
          <cx:pt idx="149">1</cx:pt>
          <cx:pt idx="150">2</cx:pt>
          <cx:pt idx="151">5</cx:pt>
          <cx:pt idx="152">2</cx:pt>
          <cx:pt idx="153">4</cx:pt>
          <cx:pt idx="154">4</cx:pt>
          <cx:pt idx="155">1</cx:pt>
          <cx:pt idx="156">2</cx:pt>
          <cx:pt idx="157">2</cx:pt>
          <cx:pt idx="158">1</cx:pt>
          <cx:pt idx="159">1</cx:pt>
          <cx:pt idx="160">4</cx:pt>
          <cx:pt idx="161">1</cx:pt>
          <cx:pt idx="162">3</cx:pt>
          <cx:pt idx="163">1</cx:pt>
          <cx:pt idx="164">5</cx:pt>
          <cx:pt idx="165">2</cx:pt>
          <cx:pt idx="166">3</cx:pt>
          <cx:pt idx="167">2</cx:pt>
          <cx:pt idx="168">1</cx:pt>
          <cx:pt idx="169">1</cx:pt>
          <cx:pt idx="170">4</cx:pt>
          <cx:pt idx="171">2</cx:pt>
          <cx:pt idx="172">1</cx:pt>
          <cx:pt idx="173">3</cx:pt>
          <cx:pt idx="174">4</cx:pt>
          <cx:pt idx="175">5</cx:pt>
          <cx:pt idx="176">4</cx:pt>
          <cx:pt idx="177">5</cx:pt>
          <cx:pt idx="178">4</cx:pt>
          <cx:pt idx="179">3</cx:pt>
          <cx:pt idx="180">5</cx:pt>
          <cx:pt idx="181">5</cx:pt>
          <cx:pt idx="182">1</cx:pt>
          <cx:pt idx="183">5</cx:pt>
          <cx:pt idx="184">4</cx:pt>
          <cx:pt idx="185">1</cx:pt>
          <cx:pt idx="186">2</cx:pt>
          <cx:pt idx="187">1</cx:pt>
          <cx:pt idx="188">2</cx:pt>
          <cx:pt idx="189">5</cx:pt>
          <cx:pt idx="190">3</cx:pt>
          <cx:pt idx="191">2</cx:pt>
          <cx:pt idx="192">1</cx:pt>
          <cx:pt idx="193">1</cx:pt>
          <cx:pt idx="194">1</cx:pt>
          <cx:pt idx="195">3</cx:pt>
          <cx:pt idx="196">4</cx:pt>
          <cx:pt idx="197">5</cx:pt>
          <cx:pt idx="198">4</cx:pt>
          <cx:pt idx="199">1</cx:pt>
          <cx:pt idx="200">5</cx:pt>
          <cx:pt idx="201">2</cx:pt>
          <cx:pt idx="202">3</cx:pt>
          <cx:pt idx="203">3</cx:pt>
          <cx:pt idx="204">4</cx:pt>
          <cx:pt idx="205">3</cx:pt>
          <cx:pt idx="206">4</cx:pt>
          <cx:pt idx="207">1</cx:pt>
          <cx:pt idx="208">2</cx:pt>
          <cx:pt idx="209">5</cx:pt>
          <cx:pt idx="210">3</cx:pt>
          <cx:pt idx="211">3</cx:pt>
          <cx:pt idx="212">1</cx:pt>
          <cx:pt idx="213">1</cx:pt>
          <cx:pt idx="214">4</cx:pt>
          <cx:pt idx="215">1</cx:pt>
          <cx:pt idx="216">4</cx:pt>
          <cx:pt idx="217">4</cx:pt>
          <cx:pt idx="218">3</cx:pt>
          <cx:pt idx="219">5</cx:pt>
          <cx:pt idx="220">2</cx:pt>
          <cx:pt idx="221">5</cx:pt>
          <cx:pt idx="222">4</cx:pt>
          <cx:pt idx="223">4</cx:pt>
          <cx:pt idx="224">4</cx:pt>
          <cx:pt idx="225">3</cx:pt>
          <cx:pt idx="226">3</cx:pt>
          <cx:pt idx="227">2</cx:pt>
          <cx:pt idx="228">4</cx:pt>
          <cx:pt idx="229">1</cx:pt>
          <cx:pt idx="230">4</cx:pt>
          <cx:pt idx="231">4</cx:pt>
          <cx:pt idx="232">4</cx:pt>
          <cx:pt idx="233">3</cx:pt>
          <cx:pt idx="234">4</cx:pt>
          <cx:pt idx="235">1</cx:pt>
          <cx:pt idx="236">1</cx:pt>
          <cx:pt idx="237">3</cx:pt>
          <cx:pt idx="238">4</cx:pt>
          <cx:pt idx="239">3</cx:pt>
          <cx:pt idx="240">1</cx:pt>
          <cx:pt idx="241">5</cx:pt>
          <cx:pt idx="242">2</cx:pt>
          <cx:pt idx="243">2</cx:pt>
          <cx:pt idx="244">2</cx:pt>
          <cx:pt idx="245">1</cx:pt>
          <cx:pt idx="246">2</cx:pt>
          <cx:pt idx="247">2</cx:pt>
          <cx:pt idx="248">1</cx:pt>
          <cx:pt idx="249">1</cx:pt>
          <cx:pt idx="250">3</cx:pt>
          <cx:pt idx="251">4</cx:pt>
          <cx:pt idx="252">4</cx:pt>
          <cx:pt idx="253">4</cx:pt>
          <cx:pt idx="254">3</cx:pt>
          <cx:pt idx="255">1</cx:pt>
          <cx:pt idx="256">5</cx:pt>
          <cx:pt idx="257">1</cx:pt>
          <cx:pt idx="258">2</cx:pt>
          <cx:pt idx="259">4</cx:pt>
          <cx:pt idx="260">2</cx:pt>
          <cx:pt idx="261">5</cx:pt>
          <cx:pt idx="262">4</cx:pt>
          <cx:pt idx="263">4</cx:pt>
          <cx:pt idx="264">1</cx:pt>
          <cx:pt idx="265">1</cx:pt>
          <cx:pt idx="266">4</cx:pt>
          <cx:pt idx="267">5</cx:pt>
          <cx:pt idx="268">2</cx:pt>
          <cx:pt idx="269">4</cx:pt>
          <cx:pt idx="270">4</cx:pt>
          <cx:pt idx="271">1</cx:pt>
          <cx:pt idx="272">2</cx:pt>
          <cx:pt idx="273">2</cx:pt>
          <cx:pt idx="274">2</cx:pt>
          <cx:pt idx="275">2</cx:pt>
          <cx:pt idx="276">2</cx:pt>
          <cx:pt idx="277">5</cx:pt>
          <cx:pt idx="278">5</cx:pt>
          <cx:pt idx="279">3</cx:pt>
          <cx:pt idx="280">3</cx:pt>
          <cx:pt idx="281">4</cx:pt>
          <cx:pt idx="282">4</cx:pt>
          <cx:pt idx="283">4</cx:pt>
          <cx:pt idx="284">5</cx:pt>
          <cx:pt idx="285">1</cx:pt>
          <cx:pt idx="286">3</cx:pt>
          <cx:pt idx="287">4</cx:pt>
          <cx:pt idx="288">4</cx:pt>
          <cx:pt idx="289">4</cx:pt>
          <cx:pt idx="290">3</cx:pt>
          <cx:pt idx="291">2</cx:pt>
          <cx:pt idx="292">1</cx:pt>
          <cx:pt idx="293">4</cx:pt>
          <cx:pt idx="294">2</cx:pt>
          <cx:pt idx="295">5</cx:pt>
          <cx:pt idx="296">5</cx:pt>
          <cx:pt idx="297">2</cx:pt>
          <cx:pt idx="298">4</cx:pt>
          <cx:pt idx="299">1</cx:pt>
          <cx:pt idx="300">1</cx:pt>
          <cx:pt idx="301">1</cx:pt>
          <cx:pt idx="302">3</cx:pt>
          <cx:pt idx="303">1</cx:pt>
          <cx:pt idx="304">5</cx:pt>
          <cx:pt idx="305">4</cx:pt>
          <cx:pt idx="306">2</cx:pt>
          <cx:pt idx="307">3</cx:pt>
          <cx:pt idx="308">3</cx:pt>
          <cx:pt idx="309">4</cx:pt>
          <cx:pt idx="310">3</cx:pt>
          <cx:pt idx="311">5</cx:pt>
          <cx:pt idx="312">5</cx:pt>
          <cx:pt idx="313">2</cx:pt>
          <cx:pt idx="314">4</cx:pt>
          <cx:pt idx="315">5</cx:pt>
          <cx:pt idx="316">4</cx:pt>
          <cx:pt idx="317">2</cx:pt>
          <cx:pt idx="318">3</cx:pt>
          <cx:pt idx="319">2</cx:pt>
          <cx:pt idx="320">1</cx:pt>
          <cx:pt idx="321">4</cx:pt>
          <cx:pt idx="322">5</cx:pt>
          <cx:pt idx="323">1</cx:pt>
          <cx:pt idx="324">3</cx:pt>
          <cx:pt idx="325">3</cx:pt>
          <cx:pt idx="326">5</cx:pt>
          <cx:pt idx="327">1</cx:pt>
          <cx:pt idx="328">5</cx:pt>
          <cx:pt idx="329">4</cx:pt>
          <cx:pt idx="330">5</cx:pt>
          <cx:pt idx="331">3</cx:pt>
          <cx:pt idx="332">5</cx:pt>
          <cx:pt idx="333">1</cx:pt>
          <cx:pt idx="334">4</cx:pt>
          <cx:pt idx="335">3</cx:pt>
          <cx:pt idx="336">1</cx:pt>
          <cx:pt idx="337">3</cx:pt>
          <cx:pt idx="338">5</cx:pt>
          <cx:pt idx="339">2</cx:pt>
          <cx:pt idx="340">5</cx:pt>
          <cx:pt idx="341">1</cx:pt>
          <cx:pt idx="342">5</cx:pt>
          <cx:pt idx="343">1</cx:pt>
          <cx:pt idx="344">3</cx:pt>
          <cx:pt idx="345">5</cx:pt>
          <cx:pt idx="346">1</cx:pt>
          <cx:pt idx="347">4</cx:pt>
          <cx:pt idx="348">3</cx:pt>
          <cx:pt idx="349">1</cx:pt>
          <cx:pt idx="350">2</cx:pt>
          <cx:pt idx="351">1</cx:pt>
          <cx:pt idx="352">5</cx:pt>
          <cx:pt idx="353">1</cx:pt>
          <cx:pt idx="354">1</cx:pt>
          <cx:pt idx="355">3</cx:pt>
          <cx:pt idx="356">5</cx:pt>
          <cx:pt idx="357">5</cx:pt>
          <cx:pt idx="358">2</cx:pt>
          <cx:pt idx="359">4</cx:pt>
          <cx:pt idx="360">4</cx:pt>
          <cx:pt idx="361">5</cx:pt>
          <cx:pt idx="362">4</cx:pt>
          <cx:pt idx="363">5</cx:pt>
          <cx:pt idx="364">5</cx:pt>
          <cx:pt idx="365">1</cx:pt>
          <cx:pt idx="366">3</cx:pt>
          <cx:pt idx="367">5</cx:pt>
          <cx:pt idx="368">3</cx:pt>
          <cx:pt idx="369">5</cx:pt>
          <cx:pt idx="370">1</cx:pt>
          <cx:pt idx="371">5</cx:pt>
          <cx:pt idx="372">3</cx:pt>
          <cx:pt idx="373">3</cx:pt>
          <cx:pt idx="374">1</cx:pt>
          <cx:pt idx="375">4</cx:pt>
          <cx:pt idx="376">5</cx:pt>
          <cx:pt idx="377">1</cx:pt>
          <cx:pt idx="378">5</cx:pt>
          <cx:pt idx="379">3</cx:pt>
          <cx:pt idx="380">4</cx:pt>
          <cx:pt idx="381">1</cx:pt>
          <cx:pt idx="382">4</cx:pt>
          <cx:pt idx="383">4</cx:pt>
          <cx:pt idx="384">3</cx:pt>
          <cx:pt idx="385">5</cx:pt>
          <cx:pt idx="386">1</cx:pt>
          <cx:pt idx="387">2</cx:pt>
          <cx:pt idx="388">3</cx:pt>
          <cx:pt idx="389">4</cx:pt>
          <cx:pt idx="390">5</cx:pt>
          <cx:pt idx="391">2</cx:pt>
          <cx:pt idx="392">1</cx:pt>
          <cx:pt idx="393">1</cx:pt>
          <cx:pt idx="394">5</cx:pt>
          <cx:pt idx="395">3</cx:pt>
          <cx:pt idx="396">5</cx:pt>
          <cx:pt idx="397">1</cx:pt>
          <cx:pt idx="398">5</cx:pt>
          <cx:pt idx="399">5</cx:pt>
          <cx:pt idx="400">4</cx:pt>
          <cx:pt idx="401">1</cx:pt>
          <cx:pt idx="402">5</cx:pt>
          <cx:pt idx="403">1</cx:pt>
          <cx:pt idx="404">2</cx:pt>
          <cx:pt idx="405">4</cx:pt>
          <cx:pt idx="406">4</cx:pt>
          <cx:pt idx="407">4</cx:pt>
          <cx:pt idx="408">3</cx:pt>
          <cx:pt idx="409">5</cx:pt>
          <cx:pt idx="410">2</cx:pt>
          <cx:pt idx="411">2</cx:pt>
          <cx:pt idx="412">5</cx:pt>
          <cx:pt idx="413">1</cx:pt>
          <cx:pt idx="414">2</cx:pt>
          <cx:pt idx="415">1</cx:pt>
          <cx:pt idx="416">2</cx:pt>
          <cx:pt idx="417">5</cx:pt>
          <cx:pt idx="418">1</cx:pt>
          <cx:pt idx="419">2</cx:pt>
          <cx:pt idx="420">1</cx:pt>
          <cx:pt idx="421">2</cx:pt>
          <cx:pt idx="422">4</cx:pt>
          <cx:pt idx="423">4</cx:pt>
          <cx:pt idx="424">5</cx:pt>
          <cx:pt idx="425">2</cx:pt>
          <cx:pt idx="426">5</cx:pt>
          <cx:pt idx="427">1</cx:pt>
          <cx:pt idx="428">4</cx:pt>
          <cx:pt idx="429">4</cx:pt>
          <cx:pt idx="430">1</cx:pt>
          <cx:pt idx="431">1</cx:pt>
          <cx:pt idx="432">2</cx:pt>
          <cx:pt idx="433">3</cx:pt>
          <cx:pt idx="434">5</cx:pt>
          <cx:pt idx="435">1</cx:pt>
          <cx:pt idx="436">4</cx:pt>
          <cx:pt idx="437">1</cx:pt>
          <cx:pt idx="438">3</cx:pt>
          <cx:pt idx="439">1</cx:pt>
          <cx:pt idx="440">4</cx:pt>
          <cx:pt idx="441">2</cx:pt>
          <cx:pt idx="442">5</cx:pt>
          <cx:pt idx="443">2</cx:pt>
          <cx:pt idx="444">1</cx:pt>
          <cx:pt idx="445">1</cx:pt>
          <cx:pt idx="446">5</cx:pt>
          <cx:pt idx="447">2</cx:pt>
          <cx:pt idx="448">2</cx:pt>
          <cx:pt idx="449">3</cx:pt>
          <cx:pt idx="450">5</cx:pt>
          <cx:pt idx="451">1</cx:pt>
          <cx:pt idx="452">1</cx:pt>
          <cx:pt idx="453">1</cx:pt>
          <cx:pt idx="454">1</cx:pt>
          <cx:pt idx="455">1</cx:pt>
          <cx:pt idx="456">5</cx:pt>
          <cx:pt idx="457">4</cx:pt>
          <cx:pt idx="458">4</cx:pt>
          <cx:pt idx="459">1</cx:pt>
          <cx:pt idx="460">1</cx:pt>
          <cx:pt idx="461">1</cx:pt>
          <cx:pt idx="462">1</cx:pt>
          <cx:pt idx="463">5</cx:pt>
          <cx:pt idx="464">4</cx:pt>
          <cx:pt idx="465">5</cx:pt>
          <cx:pt idx="466">1</cx:pt>
          <cx:pt idx="467">1</cx:pt>
          <cx:pt idx="468">1</cx:pt>
          <cx:pt idx="469">5</cx:pt>
          <cx:pt idx="470">4</cx:pt>
          <cx:pt idx="471">5</cx:pt>
          <cx:pt idx="472">3</cx:pt>
          <cx:pt idx="473">2</cx:pt>
          <cx:pt idx="474">3</cx:pt>
          <cx:pt idx="475">2</cx:pt>
          <cx:pt idx="476">2</cx:pt>
          <cx:pt idx="477">2</cx:pt>
          <cx:pt idx="478">3</cx:pt>
          <cx:pt idx="479">4</cx:pt>
          <cx:pt idx="480">1</cx:pt>
          <cx:pt idx="481">4</cx:pt>
          <cx:pt idx="482">3</cx:pt>
          <cx:pt idx="483">5</cx:pt>
          <cx:pt idx="484">4</cx:pt>
          <cx:pt idx="485">3</cx:pt>
          <cx:pt idx="486">4</cx:pt>
          <cx:pt idx="487">3</cx:pt>
          <cx:pt idx="488">1</cx:pt>
          <cx:pt idx="489">3</cx:pt>
          <cx:pt idx="490">5</cx:pt>
          <cx:pt idx="491">5</cx:pt>
          <cx:pt idx="492">5</cx:pt>
          <cx:pt idx="493">1</cx:pt>
          <cx:pt idx="494">3</cx:pt>
          <cx:pt idx="495">4</cx:pt>
          <cx:pt idx="496">3</cx:pt>
          <cx:pt idx="497">3</cx:pt>
          <cx:pt idx="498">4</cx:pt>
          <cx:pt idx="499">3</cx:pt>
          <cx:pt idx="500">5</cx:pt>
          <cx:pt idx="501">4</cx:pt>
          <cx:pt idx="502">3</cx:pt>
          <cx:pt idx="503">3</cx:pt>
          <cx:pt idx="504">2</cx:pt>
          <cx:pt idx="505">2</cx:pt>
          <cx:pt idx="506">2</cx:pt>
          <cx:pt idx="507">1</cx:pt>
          <cx:pt idx="508">1</cx:pt>
          <cx:pt idx="509">2</cx:pt>
          <cx:pt idx="510">1</cx:pt>
          <cx:pt idx="511">5</cx:pt>
          <cx:pt idx="512">3</cx:pt>
          <cx:pt idx="513">3</cx:pt>
          <cx:pt idx="514">3</cx:pt>
          <cx:pt idx="515">3</cx:pt>
          <cx:pt idx="516">3</cx:pt>
          <cx:pt idx="517">4</cx:pt>
          <cx:pt idx="518">4</cx:pt>
          <cx:pt idx="519">4</cx:pt>
          <cx:pt idx="520">3</cx:pt>
          <cx:pt idx="521">1</cx:pt>
          <cx:pt idx="522">1</cx:pt>
          <cx:pt idx="523">4</cx:pt>
          <cx:pt idx="524">1</cx:pt>
          <cx:pt idx="525">1</cx:pt>
          <cx:pt idx="526">2</cx:pt>
          <cx:pt idx="527">5</cx:pt>
          <cx:pt idx="528">1</cx:pt>
          <cx:pt idx="529">2</cx:pt>
          <cx:pt idx="530">4</cx:pt>
          <cx:pt idx="531">5</cx:pt>
          <cx:pt idx="532">2</cx:pt>
          <cx:pt idx="533">1</cx:pt>
          <cx:pt idx="534">3</cx:pt>
          <cx:pt idx="535">3</cx:pt>
          <cx:pt idx="536">1</cx:pt>
          <cx:pt idx="537">3</cx:pt>
          <cx:pt idx="538">3</cx:pt>
          <cx:pt idx="539">3</cx:pt>
          <cx:pt idx="540">5</cx:pt>
          <cx:pt idx="541">5</cx:pt>
          <cx:pt idx="542">1</cx:pt>
          <cx:pt idx="543">5</cx:pt>
          <cx:pt idx="544">5</cx:pt>
          <cx:pt idx="545">2</cx:pt>
          <cx:pt idx="546">1</cx:pt>
          <cx:pt idx="547">1</cx:pt>
          <cx:pt idx="548">3</cx:pt>
          <cx:pt idx="549">4</cx:pt>
          <cx:pt idx="550">4</cx:pt>
          <cx:pt idx="551">1</cx:pt>
          <cx:pt idx="552">4</cx:pt>
          <cx:pt idx="553">2</cx:pt>
          <cx:pt idx="554">2</cx:pt>
          <cx:pt idx="555">1</cx:pt>
          <cx:pt idx="556">1</cx:pt>
          <cx:pt idx="557">1</cx:pt>
          <cx:pt idx="558">4</cx:pt>
          <cx:pt idx="559">3</cx:pt>
          <cx:pt idx="560">4</cx:pt>
          <cx:pt idx="561">2</cx:pt>
          <cx:pt idx="562">3</cx:pt>
          <cx:pt idx="563">1</cx:pt>
          <cx:pt idx="564">5</cx:pt>
          <cx:pt idx="565">5</cx:pt>
          <cx:pt idx="566">4</cx:pt>
          <cx:pt idx="567">5</cx:pt>
          <cx:pt idx="568">2</cx:pt>
          <cx:pt idx="569">5</cx:pt>
          <cx:pt idx="570">2</cx:pt>
          <cx:pt idx="571">1</cx:pt>
          <cx:pt idx="572">1</cx:pt>
          <cx:pt idx="573">5</cx:pt>
          <cx:pt idx="574">5</cx:pt>
          <cx:pt idx="575">5</cx:pt>
          <cx:pt idx="576">5</cx:pt>
          <cx:pt idx="577">4</cx:pt>
          <cx:pt idx="578">5</cx:pt>
          <cx:pt idx="579">2</cx:pt>
          <cx:pt idx="580">2</cx:pt>
          <cx:pt idx="581">1</cx:pt>
          <cx:pt idx="582">3</cx:pt>
          <cx:pt idx="583">3</cx:pt>
          <cx:pt idx="584">4</cx:pt>
          <cx:pt idx="585">4</cx:pt>
          <cx:pt idx="586">1</cx:pt>
          <cx:pt idx="587">5</cx:pt>
          <cx:pt idx="588">4</cx:pt>
          <cx:pt idx="589">2</cx:pt>
          <cx:pt idx="590">2</cx:pt>
          <cx:pt idx="591">1</cx:pt>
          <cx:pt idx="592">3</cx:pt>
          <cx:pt idx="593">1</cx:pt>
          <cx:pt idx="594">5</cx:pt>
          <cx:pt idx="595">2</cx:pt>
          <cx:pt idx="596">3</cx:pt>
          <cx:pt idx="597">2</cx:pt>
          <cx:pt idx="598">5</cx:pt>
          <cx:pt idx="599">3</cx:pt>
          <cx:pt idx="600">1</cx:pt>
          <cx:pt idx="601">5</cx:pt>
          <cx:pt idx="602">4</cx:pt>
          <cx:pt idx="603">1</cx:pt>
          <cx:pt idx="604">3</cx:pt>
          <cx:pt idx="605">2</cx:pt>
          <cx:pt idx="606">3</cx:pt>
          <cx:pt idx="607">4</cx:pt>
          <cx:pt idx="608">5</cx:pt>
          <cx:pt idx="609">3</cx:pt>
          <cx:pt idx="610">5</cx:pt>
          <cx:pt idx="611">1</cx:pt>
          <cx:pt idx="612">3</cx:pt>
          <cx:pt idx="613">2</cx:pt>
          <cx:pt idx="614">1</cx:pt>
          <cx:pt idx="615">5</cx:pt>
          <cx:pt idx="616">3</cx:pt>
          <cx:pt idx="617">3</cx:pt>
          <cx:pt idx="618">1</cx:pt>
          <cx:pt idx="619">1</cx:pt>
          <cx:pt idx="620">3</cx:pt>
          <cx:pt idx="621">5</cx:pt>
          <cx:pt idx="622">5</cx:pt>
          <cx:pt idx="623">3</cx:pt>
          <cx:pt idx="624">5</cx:pt>
          <cx:pt idx="625">1</cx:pt>
          <cx:pt idx="626">2</cx:pt>
          <cx:pt idx="627">3</cx:pt>
          <cx:pt idx="628">5</cx:pt>
          <cx:pt idx="629">3</cx:pt>
          <cx:pt idx="630">5</cx:pt>
          <cx:pt idx="631">3</cx:pt>
          <cx:pt idx="632">5</cx:pt>
          <cx:pt idx="633">5</cx:pt>
          <cx:pt idx="634">2</cx:pt>
          <cx:pt idx="635">3</cx:pt>
          <cx:pt idx="636">4</cx:pt>
          <cx:pt idx="637">4</cx:pt>
          <cx:pt idx="638">4</cx:pt>
          <cx:pt idx="639">1</cx:pt>
          <cx:pt idx="640">2</cx:pt>
          <cx:pt idx="641">4</cx:pt>
          <cx:pt idx="642">5</cx:pt>
          <cx:pt idx="643">1</cx:pt>
          <cx:pt idx="644">2</cx:pt>
          <cx:pt idx="645">2</cx:pt>
          <cx:pt idx="646">4</cx:pt>
          <cx:pt idx="647">3</cx:pt>
          <cx:pt idx="648">2</cx:pt>
          <cx:pt idx="649">2</cx:pt>
          <cx:pt idx="650">2</cx:pt>
          <cx:pt idx="651">3</cx:pt>
          <cx:pt idx="652">5</cx:pt>
          <cx:pt idx="653">3</cx:pt>
          <cx:pt idx="654">3</cx:pt>
          <cx:pt idx="655">2</cx:pt>
          <cx:pt idx="656">2</cx:pt>
          <cx:pt idx="657">4</cx:pt>
          <cx:pt idx="658">2</cx:pt>
          <cx:pt idx="659">2</cx:pt>
          <cx:pt idx="660">2</cx:pt>
          <cx:pt idx="661">3</cx:pt>
          <cx:pt idx="662">3</cx:pt>
          <cx:pt idx="663">1</cx:pt>
          <cx:pt idx="664">4</cx:pt>
          <cx:pt idx="665">4</cx:pt>
          <cx:pt idx="666">4</cx:pt>
          <cx:pt idx="667">1</cx:pt>
          <cx:pt idx="668">2</cx:pt>
          <cx:pt idx="669">1</cx:pt>
          <cx:pt idx="670">4</cx:pt>
          <cx:pt idx="671">5</cx:pt>
          <cx:pt idx="672">2</cx:pt>
          <cx:pt idx="673">2</cx:pt>
          <cx:pt idx="674">4</cx:pt>
          <cx:pt idx="675">3</cx:pt>
          <cx:pt idx="676">2</cx:pt>
          <cx:pt idx="677">5</cx:pt>
          <cx:pt idx="678">3</cx:pt>
          <cx:pt idx="679">3</cx:pt>
          <cx:pt idx="680">3</cx:pt>
          <cx:pt idx="681">1</cx:pt>
          <cx:pt idx="682">3</cx:pt>
          <cx:pt idx="683">4</cx:pt>
          <cx:pt idx="684">4</cx:pt>
          <cx:pt idx="685">1</cx:pt>
          <cx:pt idx="686">3</cx:pt>
          <cx:pt idx="687">1</cx:pt>
          <cx:pt idx="688">4</cx:pt>
          <cx:pt idx="689">2</cx:pt>
          <cx:pt idx="690">1</cx:pt>
          <cx:pt idx="691">3</cx:pt>
          <cx:pt idx="692">5</cx:pt>
          <cx:pt idx="693">1</cx:pt>
          <cx:pt idx="694">4</cx:pt>
          <cx:pt idx="695">5</cx:pt>
          <cx:pt idx="696">4</cx:pt>
          <cx:pt idx="697">5</cx:pt>
          <cx:pt idx="698">2</cx:pt>
          <cx:pt idx="699">3</cx:pt>
          <cx:pt idx="700">2</cx:pt>
          <cx:pt idx="701">3</cx:pt>
          <cx:pt idx="702">3</cx:pt>
          <cx:pt idx="703">1</cx:pt>
          <cx:pt idx="704">4</cx:pt>
          <cx:pt idx="705">2</cx:pt>
          <cx:pt idx="706">5</cx:pt>
          <cx:pt idx="707">4</cx:pt>
          <cx:pt idx="708">1</cx:pt>
          <cx:pt idx="709">1</cx:pt>
          <cx:pt idx="710">5</cx:pt>
          <cx:pt idx="711">2</cx:pt>
          <cx:pt idx="712">2</cx:pt>
          <cx:pt idx="713">4</cx:pt>
          <cx:pt idx="714">1</cx:pt>
          <cx:pt idx="715">3</cx:pt>
          <cx:pt idx="716">3</cx:pt>
          <cx:pt idx="717">3</cx:pt>
          <cx:pt idx="718">4</cx:pt>
          <cx:pt idx="719">2</cx:pt>
          <cx:pt idx="720">5</cx:pt>
          <cx:pt idx="721">2</cx:pt>
          <cx:pt idx="722">1</cx:pt>
          <cx:pt idx="723">3</cx:pt>
          <cx:pt idx="724">3</cx:pt>
          <cx:pt idx="725">2</cx:pt>
          <cx:pt idx="726">4</cx:pt>
          <cx:pt idx="727">5</cx:pt>
          <cx:pt idx="728">4</cx:pt>
          <cx:pt idx="729">4</cx:pt>
          <cx:pt idx="730">1</cx:pt>
          <cx:pt idx="731">5</cx:pt>
          <cx:pt idx="732">1</cx:pt>
          <cx:pt idx="733">4</cx:pt>
          <cx:pt idx="734">4</cx:pt>
          <cx:pt idx="735">4</cx:pt>
          <cx:pt idx="736">5</cx:pt>
          <cx:pt idx="737">4</cx:pt>
          <cx:pt idx="738">2</cx:pt>
          <cx:pt idx="739">4</cx:pt>
          <cx:pt idx="740">2</cx:pt>
          <cx:pt idx="741">5</cx:pt>
          <cx:pt idx="742">3</cx:pt>
          <cx:pt idx="743">1</cx:pt>
          <cx:pt idx="744">2</cx:pt>
          <cx:pt idx="745">4</cx:pt>
          <cx:pt idx="746">3</cx:pt>
          <cx:pt idx="747">2</cx:pt>
          <cx:pt idx="748">3</cx:pt>
          <cx:pt idx="749">1</cx:pt>
          <cx:pt idx="750">4</cx:pt>
          <cx:pt idx="751">2</cx:pt>
          <cx:pt idx="752">4</cx:pt>
          <cx:pt idx="753">2</cx:pt>
          <cx:pt idx="754">2</cx:pt>
          <cx:pt idx="755">3</cx:pt>
          <cx:pt idx="756">1</cx:pt>
          <cx:pt idx="757">1</cx:pt>
          <cx:pt idx="758">3</cx:pt>
          <cx:pt idx="759">3</cx:pt>
          <cx:pt idx="760">1</cx:pt>
          <cx:pt idx="761">4</cx:pt>
          <cx:pt idx="762">3</cx:pt>
          <cx:pt idx="763">1</cx:pt>
          <cx:pt idx="764">5</cx:pt>
          <cx:pt idx="765">2</cx:pt>
          <cx:pt idx="766">2</cx:pt>
          <cx:pt idx="767">2</cx:pt>
          <cx:pt idx="768">5</cx:pt>
          <cx:pt idx="769">4</cx:pt>
          <cx:pt idx="770">1</cx:pt>
          <cx:pt idx="771">3</cx:pt>
          <cx:pt idx="772">1</cx:pt>
          <cx:pt idx="773">2</cx:pt>
          <cx:pt idx="774">3</cx:pt>
          <cx:pt idx="775">2</cx:pt>
          <cx:pt idx="776">1</cx:pt>
          <cx:pt idx="777">5</cx:pt>
          <cx:pt idx="778">4</cx:pt>
          <cx:pt idx="779">3</cx:pt>
          <cx:pt idx="780">4</cx:pt>
          <cx:pt idx="781">5</cx:pt>
          <cx:pt idx="782">2</cx:pt>
          <cx:pt idx="783">1</cx:pt>
          <cx:pt idx="784">1</cx:pt>
          <cx:pt idx="785">1</cx:pt>
          <cx:pt idx="786">5</cx:pt>
          <cx:pt idx="787">4</cx:pt>
          <cx:pt idx="788">2</cx:pt>
          <cx:pt idx="789">5</cx:pt>
          <cx:pt idx="790">4</cx:pt>
          <cx:pt idx="791">4</cx:pt>
          <cx:pt idx="792">2</cx:pt>
          <cx:pt idx="793">5</cx:pt>
          <cx:pt idx="794">4</cx:pt>
          <cx:pt idx="795">4</cx:pt>
          <cx:pt idx="796">3</cx:pt>
          <cx:pt idx="797">2</cx:pt>
          <cx:pt idx="798">5</cx:pt>
          <cx:pt idx="799">4</cx:pt>
          <cx:pt idx="800">1</cx:pt>
          <cx:pt idx="801">4</cx:pt>
          <cx:pt idx="802">5</cx:pt>
          <cx:pt idx="803">5</cx:pt>
          <cx:pt idx="804">3</cx:pt>
          <cx:pt idx="805">5</cx:pt>
          <cx:pt idx="806">5</cx:pt>
          <cx:pt idx="807">3</cx:pt>
          <cx:pt idx="808">3</cx:pt>
          <cx:pt idx="809">5</cx:pt>
          <cx:pt idx="810">1</cx:pt>
          <cx:pt idx="811">2</cx:pt>
          <cx:pt idx="812">2</cx:pt>
          <cx:pt idx="813">5</cx:pt>
          <cx:pt idx="814">4</cx:pt>
          <cx:pt idx="815">3</cx:pt>
          <cx:pt idx="816">5</cx:pt>
          <cx:pt idx="817">4</cx:pt>
          <cx:pt idx="818">4</cx:pt>
          <cx:pt idx="819">2</cx:pt>
          <cx:pt idx="820">5</cx:pt>
          <cx:pt idx="821">4</cx:pt>
          <cx:pt idx="822">1</cx:pt>
          <cx:pt idx="823">4</cx:pt>
          <cx:pt idx="824">3</cx:pt>
          <cx:pt idx="825">5</cx:pt>
          <cx:pt idx="826">3</cx:pt>
          <cx:pt idx="827">2</cx:pt>
          <cx:pt idx="828">4</cx:pt>
          <cx:pt idx="829">1</cx:pt>
          <cx:pt idx="830">4</cx:pt>
          <cx:pt idx="831">2</cx:pt>
          <cx:pt idx="832">5</cx:pt>
          <cx:pt idx="833">5</cx:pt>
          <cx:pt idx="834">5</cx:pt>
          <cx:pt idx="835">1</cx:pt>
          <cx:pt idx="836">1</cx:pt>
          <cx:pt idx="837">5</cx:pt>
          <cx:pt idx="838">4</cx:pt>
          <cx:pt idx="839">3</cx:pt>
          <cx:pt idx="840">3</cx:pt>
          <cx:pt idx="841">2</cx:pt>
          <cx:pt idx="842">3</cx:pt>
          <cx:pt idx="843">3</cx:pt>
          <cx:pt idx="844">1</cx:pt>
          <cx:pt idx="845">3</cx:pt>
          <cx:pt idx="846">2</cx:pt>
          <cx:pt idx="847">4</cx:pt>
          <cx:pt idx="848">2</cx:pt>
          <cx:pt idx="849">4</cx:pt>
          <cx:pt idx="850">3</cx:pt>
          <cx:pt idx="851">1</cx:pt>
          <cx:pt idx="852">3</cx:pt>
          <cx:pt idx="853">3</cx:pt>
          <cx:pt idx="854">3</cx:pt>
          <cx:pt idx="855">5</cx:pt>
          <cx:pt idx="856">1</cx:pt>
          <cx:pt idx="857">3</cx:pt>
          <cx:pt idx="858">5</cx:pt>
          <cx:pt idx="859">5</cx:pt>
          <cx:pt idx="860">1</cx:pt>
          <cx:pt idx="861">5</cx:pt>
          <cx:pt idx="862">3</cx:pt>
          <cx:pt idx="863">1</cx:pt>
          <cx:pt idx="864">1</cx:pt>
          <cx:pt idx="865">4</cx:pt>
          <cx:pt idx="866">5</cx:pt>
          <cx:pt idx="867">4</cx:pt>
          <cx:pt idx="868">4</cx:pt>
          <cx:pt idx="869">2</cx:pt>
          <cx:pt idx="870">4</cx:pt>
          <cx:pt idx="871">3</cx:pt>
          <cx:pt idx="872">4</cx:pt>
          <cx:pt idx="873">3</cx:pt>
          <cx:pt idx="874">2</cx:pt>
          <cx:pt idx="875">5</cx:pt>
          <cx:pt idx="876">5</cx:pt>
          <cx:pt idx="877">1</cx:pt>
          <cx:pt idx="878">2</cx:pt>
          <cx:pt idx="879">2</cx:pt>
          <cx:pt idx="880">4</cx:pt>
          <cx:pt idx="881">2</cx:pt>
          <cx:pt idx="882">2</cx:pt>
          <cx:pt idx="883">5</cx:pt>
          <cx:pt idx="884">1</cx:pt>
          <cx:pt idx="885">4</cx:pt>
          <cx:pt idx="886">1</cx:pt>
          <cx:pt idx="887">3</cx:pt>
          <cx:pt idx="888">2</cx:pt>
          <cx:pt idx="889">5</cx:pt>
          <cx:pt idx="890">3</cx:pt>
          <cx:pt idx="891">3</cx:pt>
          <cx:pt idx="892">1</cx:pt>
          <cx:pt idx="893">1</cx:pt>
          <cx:pt idx="894">3</cx:pt>
          <cx:pt idx="895">3</cx:pt>
          <cx:pt idx="896">3</cx:pt>
          <cx:pt idx="897">4</cx:pt>
          <cx:pt idx="898">3</cx:pt>
          <cx:pt idx="899">2</cx:pt>
          <cx:pt idx="900">5</cx:pt>
          <cx:pt idx="901">1</cx:pt>
          <cx:pt idx="902">4</cx:pt>
          <cx:pt idx="903">3</cx:pt>
          <cx:pt idx="904">4</cx:pt>
          <cx:pt idx="905">1</cx:pt>
          <cx:pt idx="906">1</cx:pt>
          <cx:pt idx="907">5</cx:pt>
          <cx:pt idx="908">2</cx:pt>
          <cx:pt idx="909">2</cx:pt>
          <cx:pt idx="910">3</cx:pt>
          <cx:pt idx="911">5</cx:pt>
          <cx:pt idx="912">2</cx:pt>
          <cx:pt idx="913">5</cx:pt>
          <cx:pt idx="914">1</cx:pt>
          <cx:pt idx="915">4</cx:pt>
          <cx:pt idx="916">5</cx:pt>
          <cx:pt idx="917">5</cx:pt>
          <cx:pt idx="918">5</cx:pt>
          <cx:pt idx="919">2</cx:pt>
          <cx:pt idx="920">2</cx:pt>
          <cx:pt idx="921">1</cx:pt>
          <cx:pt idx="922">2</cx:pt>
          <cx:pt idx="923">3</cx:pt>
          <cx:pt idx="924">5</cx:pt>
          <cx:pt idx="925">5</cx:pt>
          <cx:pt idx="926">1</cx:pt>
          <cx:pt idx="927">4</cx:pt>
          <cx:pt idx="928">3</cx:pt>
          <cx:pt idx="929">2</cx:pt>
          <cx:pt idx="930">2</cx:pt>
          <cx:pt idx="931">2</cx:pt>
          <cx:pt idx="932">2</cx:pt>
          <cx:pt idx="933">2</cx:pt>
          <cx:pt idx="934">4</cx:pt>
          <cx:pt idx="935">3</cx:pt>
          <cx:pt idx="936">4</cx:pt>
          <cx:pt idx="937">2</cx:pt>
          <cx:pt idx="938">3</cx:pt>
          <cx:pt idx="939">2</cx:pt>
          <cx:pt idx="940">4</cx:pt>
          <cx:pt idx="941">5</cx:pt>
          <cx:pt idx="942">1</cx:pt>
          <cx:pt idx="943">3</cx:pt>
          <cx:pt idx="944">2</cx:pt>
          <cx:pt idx="945">5</cx:pt>
          <cx:pt idx="946">2</cx:pt>
          <cx:pt idx="947">4</cx:pt>
          <cx:pt idx="948">2</cx:pt>
          <cx:pt idx="949">5</cx:pt>
          <cx:pt idx="950">1</cx:pt>
          <cx:pt idx="951">2</cx:pt>
          <cx:pt idx="952">3</cx:pt>
          <cx:pt idx="953">1</cx:pt>
          <cx:pt idx="954">3</cx:pt>
          <cx:pt idx="955">1</cx:pt>
          <cx:pt idx="956">2</cx:pt>
          <cx:pt idx="957">5</cx:pt>
          <cx:pt idx="958">3</cx:pt>
          <cx:pt idx="959">2</cx:pt>
          <cx:pt idx="960">3</cx:pt>
          <cx:pt idx="961">1</cx:pt>
          <cx:pt idx="962">2</cx:pt>
          <cx:pt idx="963">5</cx:pt>
          <cx:pt idx="964">5</cx:pt>
          <cx:pt idx="965">4</cx:pt>
          <cx:pt idx="966">5</cx:pt>
          <cx:pt idx="967">5</cx:pt>
          <cx:pt idx="968">4</cx:pt>
          <cx:pt idx="969">1</cx:pt>
          <cx:pt idx="970">1</cx:pt>
          <cx:pt idx="971">2</cx:pt>
          <cx:pt idx="972">1</cx:pt>
          <cx:pt idx="973">5</cx:pt>
          <cx:pt idx="974">5</cx:pt>
          <cx:pt idx="975">1</cx:pt>
          <cx:pt idx="976">3</cx:pt>
          <cx:pt idx="977">4</cx:pt>
          <cx:pt idx="978">4</cx:pt>
          <cx:pt idx="979">3</cx:pt>
          <cx:pt idx="980">3</cx:pt>
          <cx:pt idx="981">4</cx:pt>
          <cx:pt idx="982">1</cx:pt>
          <cx:pt idx="983">4</cx:pt>
          <cx:pt idx="984">1</cx:pt>
          <cx:pt idx="985">1</cx:pt>
          <cx:pt idx="986">4</cx:pt>
          <cx:pt idx="987">5</cx:pt>
          <cx:pt idx="988">2</cx:pt>
          <cx:pt idx="989">4</cx:pt>
          <cx:pt idx="990">2</cx:pt>
          <cx:pt idx="991">5</cx:pt>
          <cx:pt idx="992">3</cx:pt>
          <cx:pt idx="993">3</cx:pt>
          <cx:pt idx="994">4</cx:pt>
          <cx:pt idx="995">2</cx:pt>
          <cx:pt idx="996">4</cx:pt>
          <cx:pt idx="997">3</cx:pt>
          <cx:pt idx="998">2</cx:pt>
          <cx:pt idx="999">1</cx:pt>
          <cx:pt idx="1000">5</cx:pt>
          <cx:pt idx="1001">2</cx:pt>
          <cx:pt idx="1002">4</cx:pt>
          <cx:pt idx="1003">5</cx:pt>
          <cx:pt idx="1004">4</cx:pt>
          <cx:pt idx="1005">3</cx:pt>
          <cx:pt idx="1006">5</cx:pt>
          <cx:pt idx="1007">2</cx:pt>
          <cx:pt idx="1008">3</cx:pt>
          <cx:pt idx="1009">2</cx:pt>
          <cx:pt idx="1010">3</cx:pt>
          <cx:pt idx="1011">2</cx:pt>
          <cx:pt idx="1012">4</cx:pt>
          <cx:pt idx="1013">4</cx:pt>
          <cx:pt idx="1014">5</cx:pt>
          <cx:pt idx="1015">2</cx:pt>
          <cx:pt idx="1016">5</cx:pt>
          <cx:pt idx="1017">2</cx:pt>
          <cx:pt idx="1018">3</cx:pt>
          <cx:pt idx="1019">1</cx:pt>
          <cx:pt idx="1020">2</cx:pt>
          <cx:pt idx="1021">3</cx:pt>
          <cx:pt idx="1022">3</cx:pt>
          <cx:pt idx="1023">5</cx:pt>
          <cx:pt idx="1024">3</cx:pt>
          <cx:pt idx="1025">1</cx:pt>
          <cx:pt idx="1026">1</cx:pt>
          <cx:pt idx="1027">4</cx:pt>
          <cx:pt idx="1028">4</cx:pt>
          <cx:pt idx="1029">1</cx:pt>
          <cx:pt idx="1030">4</cx:pt>
          <cx:pt idx="1031">5</cx:pt>
          <cx:pt idx="1032">1</cx:pt>
          <cx:pt idx="1033">1</cx:pt>
          <cx:pt idx="1034">4</cx:pt>
          <cx:pt idx="1035">4</cx:pt>
          <cx:pt idx="1036">3</cx:pt>
          <cx:pt idx="1037">1</cx:pt>
          <cx:pt idx="1038">3</cx:pt>
          <cx:pt idx="1039">2</cx:pt>
          <cx:pt idx="1040">1</cx:pt>
          <cx:pt idx="1041">4</cx:pt>
          <cx:pt idx="1042">2</cx:pt>
          <cx:pt idx="1043">2</cx:pt>
          <cx:pt idx="1044">1</cx:pt>
          <cx:pt idx="1045">5</cx:pt>
          <cx:pt idx="1046">3</cx:pt>
          <cx:pt idx="1047">4</cx:pt>
          <cx:pt idx="1048">4</cx:pt>
          <cx:pt idx="1049">5</cx:pt>
          <cx:pt idx="1050">5</cx:pt>
          <cx:pt idx="1051">5</cx:pt>
          <cx:pt idx="1052">1</cx:pt>
          <cx:pt idx="1053">2</cx:pt>
          <cx:pt idx="1054">1</cx:pt>
          <cx:pt idx="1055">4</cx:pt>
          <cx:pt idx="1056">2</cx:pt>
          <cx:pt idx="1057">3</cx:pt>
          <cx:pt idx="1058">2</cx:pt>
          <cx:pt idx="1059">1</cx:pt>
          <cx:pt idx="1060">2</cx:pt>
          <cx:pt idx="1061">5</cx:pt>
          <cx:pt idx="1062">5</cx:pt>
          <cx:pt idx="1063">2</cx:pt>
          <cx:pt idx="1064">4</cx:pt>
          <cx:pt idx="1065">5</cx:pt>
          <cx:pt idx="1066">1</cx:pt>
          <cx:pt idx="1067">2</cx:pt>
          <cx:pt idx="1068">1</cx:pt>
          <cx:pt idx="1069">1</cx:pt>
          <cx:pt idx="1070">4</cx:pt>
          <cx:pt idx="1071">2</cx:pt>
          <cx:pt idx="1072">1</cx:pt>
          <cx:pt idx="1073">4</cx:pt>
          <cx:pt idx="1074">1</cx:pt>
          <cx:pt idx="1075">2</cx:pt>
          <cx:pt idx="1076">4</cx:pt>
          <cx:pt idx="1077">3</cx:pt>
          <cx:pt idx="1078">1</cx:pt>
          <cx:pt idx="1079">5</cx:pt>
          <cx:pt idx="1080">5</cx:pt>
          <cx:pt idx="1081">4</cx:pt>
          <cx:pt idx="1082">3</cx:pt>
          <cx:pt idx="1083">1</cx:pt>
          <cx:pt idx="1084">1</cx:pt>
          <cx:pt idx="1085">2</cx:pt>
          <cx:pt idx="1086">2</cx:pt>
          <cx:pt idx="1087">4</cx:pt>
          <cx:pt idx="1088">3</cx:pt>
          <cx:pt idx="1089">2</cx:pt>
          <cx:pt idx="1090">2</cx:pt>
          <cx:pt idx="1091">3</cx:pt>
          <cx:pt idx="1092">5</cx:pt>
          <cx:pt idx="1093">4</cx:pt>
          <cx:pt idx="1094">4</cx:pt>
          <cx:pt idx="1095">2</cx:pt>
          <cx:pt idx="1096">2</cx:pt>
          <cx:pt idx="1097">5</cx:pt>
          <cx:pt idx="1098">4</cx:pt>
          <cx:pt idx="1099">2</cx:pt>
          <cx:pt idx="1100">5</cx:pt>
          <cx:pt idx="1101">3</cx:pt>
          <cx:pt idx="1102">4</cx:pt>
          <cx:pt idx="1103">4</cx:pt>
          <cx:pt idx="1104">4</cx:pt>
          <cx:pt idx="1105">3</cx:pt>
          <cx:pt idx="1106">1</cx:pt>
          <cx:pt idx="1107">2</cx:pt>
          <cx:pt idx="1108">1</cx:pt>
          <cx:pt idx="1109">4</cx:pt>
          <cx:pt idx="1110">3</cx:pt>
          <cx:pt idx="1111">4</cx:pt>
          <cx:pt idx="1112">1</cx:pt>
          <cx:pt idx="1113">4</cx:pt>
          <cx:pt idx="1114">3</cx:pt>
          <cx:pt idx="1115">2</cx:pt>
          <cx:pt idx="1116">2</cx:pt>
          <cx:pt idx="1117">3</cx:pt>
          <cx:pt idx="1118">3</cx:pt>
          <cx:pt idx="1119">1</cx:pt>
          <cx:pt idx="1120">1</cx:pt>
          <cx:pt idx="1121">3</cx:pt>
          <cx:pt idx="1122">5</cx:pt>
          <cx:pt idx="1123">3</cx:pt>
          <cx:pt idx="1124">4</cx:pt>
          <cx:pt idx="1125">4</cx:pt>
          <cx:pt idx="1126">5</cx:pt>
          <cx:pt idx="1127">3</cx:pt>
          <cx:pt idx="1128">3</cx:pt>
          <cx:pt idx="1129">4</cx:pt>
          <cx:pt idx="1130">2</cx:pt>
          <cx:pt idx="1131">1</cx:pt>
          <cx:pt idx="1132">2</cx:pt>
          <cx:pt idx="1133">2</cx:pt>
          <cx:pt idx="1134">4</cx:pt>
          <cx:pt idx="1135">2</cx:pt>
          <cx:pt idx="1136">3</cx:pt>
          <cx:pt idx="1137">4</cx:pt>
          <cx:pt idx="1138">4</cx:pt>
          <cx:pt idx="1139">3</cx:pt>
          <cx:pt idx="1140">2</cx:pt>
          <cx:pt idx="1141">3</cx:pt>
          <cx:pt idx="1142">4</cx:pt>
          <cx:pt idx="1143">1</cx:pt>
          <cx:pt idx="1144">5</cx:pt>
          <cx:pt idx="1145">3</cx:pt>
          <cx:pt idx="1146">5</cx:pt>
          <cx:pt idx="1147">2</cx:pt>
          <cx:pt idx="1148">1</cx:pt>
          <cx:pt idx="1149">2</cx:pt>
          <cx:pt idx="1150">4</cx:pt>
          <cx:pt idx="1151">2</cx:pt>
          <cx:pt idx="1152">2</cx:pt>
          <cx:pt idx="1153">4</cx:pt>
          <cx:pt idx="1154">3</cx:pt>
          <cx:pt idx="1155">4</cx:pt>
          <cx:pt idx="1156">4</cx:pt>
          <cx:pt idx="1157">3</cx:pt>
          <cx:pt idx="1158">4</cx:pt>
          <cx:pt idx="1159">4</cx:pt>
          <cx:pt idx="1160">1</cx:pt>
          <cx:pt idx="1161">1</cx:pt>
          <cx:pt idx="1162">2</cx:pt>
          <cx:pt idx="1163">3</cx:pt>
          <cx:pt idx="1164">5</cx:pt>
          <cx:pt idx="1165">3</cx:pt>
          <cx:pt idx="1166">3</cx:pt>
          <cx:pt idx="1167">2</cx:pt>
          <cx:pt idx="1168">2</cx:pt>
          <cx:pt idx="1169">1</cx:pt>
          <cx:pt idx="1170">2</cx:pt>
          <cx:pt idx="1171">4</cx:pt>
          <cx:pt idx="1172">3</cx:pt>
          <cx:pt idx="1173">1</cx:pt>
          <cx:pt idx="1174">3</cx:pt>
          <cx:pt idx="1175">3</cx:pt>
          <cx:pt idx="1176">2</cx:pt>
          <cx:pt idx="1177">1</cx:pt>
          <cx:pt idx="1178">1</cx:pt>
          <cx:pt idx="1179">5</cx:pt>
          <cx:pt idx="1180">4</cx:pt>
          <cx:pt idx="1181">3</cx:pt>
          <cx:pt idx="1182">2</cx:pt>
          <cx:pt idx="1183">1</cx:pt>
          <cx:pt idx="1184">1</cx:pt>
          <cx:pt idx="1185">1</cx:pt>
          <cx:pt idx="1186">1</cx:pt>
          <cx:pt idx="1187">2</cx:pt>
          <cx:pt idx="1188">2</cx:pt>
          <cx:pt idx="1189">5</cx:pt>
          <cx:pt idx="1190">3</cx:pt>
          <cx:pt idx="1191">4</cx:pt>
          <cx:pt idx="1192">3</cx:pt>
          <cx:pt idx="1193">1</cx:pt>
          <cx:pt idx="1194">3</cx:pt>
          <cx:pt idx="1195">1</cx:pt>
          <cx:pt idx="1196">2</cx:pt>
          <cx:pt idx="1197">2</cx:pt>
          <cx:pt idx="1198">4</cx:pt>
          <cx:pt idx="1199">4</cx:pt>
        </cx:lvl>
      </cx:numDim>
    </cx:data>
  </cx:chartData>
  <cx:chart>
    <cx:title pos="t" align="ctr" overlay="0">
      <cx:tx>
        <cx:txData>
          <cx:v>Quantity Sold</cx:v>
        </cx:txData>
      </cx:tx>
      <cx:txPr>
        <a:bodyPr spcFirstLastPara="1" vertOverflow="ellipsis" horzOverflow="overflow" wrap="square" lIns="0" tIns="0" rIns="0" bIns="0" anchor="ctr" anchorCtr="1"/>
        <a:lstStyle/>
        <a:p>
          <a:pPr algn="ctr" rtl="0">
            <a:defRPr b="1"/>
          </a:pPr>
          <a:r>
            <a:rPr lang="en-US" sz="1400" b="1" i="0" u="none" strike="noStrike" baseline="0">
              <a:solidFill>
                <a:sysClr val="windowText" lastClr="000000">
                  <a:lumMod val="65000"/>
                  <a:lumOff val="35000"/>
                </a:sysClr>
              </a:solidFill>
              <a:latin typeface="Calibri" panose="020F0502020204030204"/>
            </a:rPr>
            <a:t>Quantity Sold</a:t>
          </a:r>
        </a:p>
      </cx:txPr>
    </cx:title>
    <cx:plotArea>
      <cx:plotAreaRegion>
        <cx:series layoutId="boxWhisker" uniqueId="{9ADFB78E-DC28-470D-8BBA-383A7F2E27FB}">
          <cx:dataLabels>
            <cx:txPr>
              <a:bodyPr spcFirstLastPara="1" vertOverflow="ellipsis" horzOverflow="overflow" wrap="square" lIns="0" tIns="0" rIns="0" bIns="0" anchor="ctr" anchorCtr="1"/>
              <a:lstStyle/>
              <a:p>
                <a:pPr algn="ctr" rtl="0">
                  <a:defRPr b="1"/>
                </a:pPr>
                <a:endParaRPr lang="en-US" sz="900" b="1" i="0" u="none" strike="noStrike" baseline="0">
                  <a:solidFill>
                    <a:prstClr val="black">
                      <a:lumMod val="65000"/>
                      <a:lumOff val="35000"/>
                    </a:prstClr>
                  </a:solidFill>
                  <a:latin typeface="Calibri" panose="020F0502020204030204"/>
                </a:endParaRPr>
              </a:p>
            </cx:txPr>
            <cx:visibility seriesName="0" categoryName="0" value="1"/>
            <cx:dataLabel idx="1203">
              <cx:txPr>
                <a:bodyPr spcFirstLastPara="1" vertOverflow="ellipsis" horzOverflow="overflow" wrap="square" lIns="0" tIns="0" rIns="0" bIns="0" anchor="ctr" anchorCtr="1"/>
                <a:lstStyle/>
                <a:p>
                  <a:pPr algn="ctr" rtl="0">
                    <a:defRPr>
                      <a:solidFill>
                        <a:schemeClr val="bg1"/>
                      </a:solidFill>
                    </a:defRPr>
                  </a:pPr>
                  <a:r>
                    <a:rPr lang="en-US" sz="900" b="0" i="0" u="none" strike="noStrike" baseline="0">
                      <a:solidFill>
                        <a:schemeClr val="bg1"/>
                      </a:solidFill>
                      <a:latin typeface="Calibri" panose="020F0502020204030204"/>
                    </a:rPr>
                    <a:t>2.945833333</a:t>
                  </a:r>
                </a:p>
              </cx:txPr>
              <cx:visibility seriesName="0" categoryName="0" value="1"/>
            </cx:dataLabel>
          </cx:dataLabels>
          <cx:dataId val="0"/>
          <cx:layoutPr>
            <cx:visibility meanLine="0" meanMarker="1" nonoutliers="0" outliers="1"/>
            <cx:statistics quartileMethod="exclusive"/>
          </cx:layoutPr>
        </cx:series>
      </cx:plotAreaRegion>
      <cx:axis id="0">
        <cx:catScaling gapWidth="1"/>
        <cx:tickLabels/>
      </cx:axis>
      <cx:axis id="1">
        <cx:valScaling/>
        <cx:tickLabels/>
        <cx:txPr>
          <a:bodyPr spcFirstLastPara="1" vertOverflow="ellipsis" horzOverflow="overflow" wrap="square" lIns="0" tIns="0" rIns="0" bIns="0" anchor="ctr" anchorCtr="1"/>
          <a:lstStyle/>
          <a:p>
            <a:pPr algn="ctr" rtl="0">
              <a:defRPr b="1">
                <a:solidFill>
                  <a:schemeClr val="tx1"/>
                </a:solidFill>
              </a:defRPr>
            </a:pPr>
            <a:endParaRPr lang="en-US" sz="900" b="1" i="0" u="none" strike="noStrike" baseline="0">
              <a:solidFill>
                <a:schemeClr val="tx1"/>
              </a:solidFill>
              <a:latin typeface="Calibri" panose="020F0502020204030204"/>
            </a:endParaRPr>
          </a:p>
        </cx:txPr>
      </cx:axis>
    </cx:plotArea>
  </cx:chart>
</cx:chartSpace>
</file>

<file path=ppt/charts/chartEx3.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'[Decodes internship project.xlsx]Cleaned Data'!$I$2:$I$1201</cx:f>
        <cx:lvl ptCount="1200" formatCode="[$₹-hi-IN]#,##0.00">
          <cx:pt idx="0">570.62</cx:pt>
          <cx:pt idx="1">151.34999999999999</cx:pt>
          <cx:pt idx="2">550.67999999999995</cx:pt>
          <cx:pt idx="3">273.19</cx:pt>
          <cx:pt idx="4">626.00999999999999</cx:pt>
          <cx:pt idx="5">245.86000000000001</cx:pt>
          <cx:pt idx="6">664.41999999999996</cx:pt>
          <cx:pt idx="7">149.55000000000001</cx:pt>
          <cx:pt idx="8">134.28</cx:pt>
          <cx:pt idx="9">509.38</cx:pt>
          <cx:pt idx="10">625.97000000000003</cx:pt>
          <cx:pt idx="11">49.140000000000001</cx:pt>
          <cx:pt idx="12">180.5</cx:pt>
          <cx:pt idx="13">201.49000000000001</cx:pt>
          <cx:pt idx="14">393.32999999999998</cx:pt>
          <cx:pt idx="15">473.95999999999998</cx:pt>
          <cx:pt idx="16">533.80999999999995</cx:pt>
          <cx:pt idx="17">423.39999999999998</cx:pt>
          <cx:pt idx="18">431.44</cx:pt>
          <cx:pt idx="19">224</cx:pt>
          <cx:pt idx="20">62.509999999999998</cx:pt>
          <cx:pt idx="21">342.94999999999999</cx:pt>
          <cx:pt idx="22">49.619999999999997</cx:pt>
          <cx:pt idx="23">273.25</cx:pt>
          <cx:pt idx="24">230.94999999999999</cx:pt>
          <cx:pt idx="25">399.98000000000002</cx:pt>
          <cx:pt idx="26">59.549999999999997</cx:pt>
          <cx:pt idx="27">472.74000000000001</cx:pt>
          <cx:pt idx="28">160.06999999999999</cx:pt>
          <cx:pt idx="29">423.52999999999997</cx:pt>
          <cx:pt idx="30">426.69999999999999</cx:pt>
          <cx:pt idx="31">500.07999999999998</cx:pt>
          <cx:pt idx="32">536.72000000000003</cx:pt>
          <cx:pt idx="33">162.77000000000001</cx:pt>
          <cx:pt idx="34">576.51999999999998</cx:pt>
          <cx:pt idx="35">465.14999999999998</cx:pt>
          <cx:pt idx="36">534.42999999999995</cx:pt>
          <cx:pt idx="37">76.739999999999995</cx:pt>
          <cx:pt idx="38">245.88999999999999</cx:pt>
          <cx:pt idx="39">256.45999999999998</cx:pt>
          <cx:pt idx="40">344.01999999999998</cx:pt>
          <cx:pt idx="41">611.45000000000005</cx:pt>
          <cx:pt idx="42">151.66</cx:pt>
          <cx:pt idx="43">499.20999999999998</cx:pt>
          <cx:pt idx="44">550.17999999999995</cx:pt>
          <cx:pt idx="45">317.25</cx:pt>
          <cx:pt idx="46">550.13999999999999</cx:pt>
          <cx:pt idx="47">209.94</cx:pt>
          <cx:pt idx="48">80.769999999999996</cx:pt>
          <cx:pt idx="49">30.440000000000001</cx:pt>
          <cx:pt idx="50">179.22</cx:pt>
          <cx:pt idx="51">388.32999999999998</cx:pt>
          <cx:pt idx="52">586.44000000000005</cx:pt>
          <cx:pt idx="53">488.77999999999997</cx:pt>
          <cx:pt idx="54">280.25</cx:pt>
          <cx:pt idx="55">344.39999999999998</cx:pt>
          <cx:pt idx="56">479.20999999999998</cx:pt>
          <cx:pt idx="57">314.26999999999998</cx:pt>
          <cx:pt idx="58">474.69</cx:pt>
          <cx:pt idx="59">593.26999999999998</cx:pt>
          <cx:pt idx="60">417.10000000000002</cx:pt>
          <cx:pt idx="61">122.2</cx:pt>
          <cx:pt idx="62">43.149999999999999</cx:pt>
          <cx:pt idx="63">564.86000000000001</cx:pt>
          <cx:pt idx="64">130.61000000000001</cx:pt>
          <cx:pt idx="65">81.700000000000003</cx:pt>
          <cx:pt idx="66">127.18000000000001</cx:pt>
          <cx:pt idx="67">12.1</cx:pt>
          <cx:pt idx="68">490.92000000000002</cx:pt>
          <cx:pt idx="69">478.64999999999998</cx:pt>
          <cx:pt idx="70">629.21000000000004</cx:pt>
          <cx:pt idx="71">434.44999999999999</cx:pt>
          <cx:pt idx="72">589.44000000000005</cx:pt>
          <cx:pt idx="73">433.44999999999999</cx:pt>
          <cx:pt idx="74">90.870000000000005</cx:pt>
          <cx:pt idx="75">398.17000000000002</cx:pt>
          <cx:pt idx="76">382.88</cx:pt>
          <cx:pt idx="77">583.17999999999995</cx:pt>
          <cx:pt idx="78">175.36000000000001</cx:pt>
          <cx:pt idx="79">311.91000000000003</cx:pt>
          <cx:pt idx="80">589.55999999999995</cx:pt>
          <cx:pt idx="81">394.30000000000001</cx:pt>
          <cx:pt idx="82">565.20000000000005</cx:pt>
          <cx:pt idx="83">540.40999999999997</cx:pt>
          <cx:pt idx="84">165.49000000000001</cx:pt>
          <cx:pt idx="85">146.72999999999999</cx:pt>
          <cx:pt idx="86">643.02999999999997</cx:pt>
          <cx:pt idx="87">225.11000000000001</cx:pt>
          <cx:pt idx="88">114.81</cx:pt>
          <cx:pt idx="89">455.32999999999998</cx:pt>
          <cx:pt idx="90">182.08000000000001</cx:pt>
          <cx:pt idx="91">492.75</cx:pt>
          <cx:pt idx="92">48.609999999999999</cx:pt>
          <cx:pt idx="93">431.00999999999999</cx:pt>
          <cx:pt idx="94">531.17999999999995</cx:pt>
          <cx:pt idx="95">117.51000000000001</cx:pt>
          <cx:pt idx="96">232.83000000000001</cx:pt>
          <cx:pt idx="97">619.51999999999998</cx:pt>
          <cx:pt idx="98">228.53999999999999</cx:pt>
          <cx:pt idx="99">201.58000000000001</cx:pt>
          <cx:pt idx="100">664.78999999999996</cx:pt>
          <cx:pt idx="101">381.01999999999998</cx:pt>
          <cx:pt idx="102">70.340000000000003</cx:pt>
          <cx:pt idx="103">218.43000000000001</cx:pt>
          <cx:pt idx="104">582.03999999999996</cx:pt>
          <cx:pt idx="105">185.40000000000001</cx:pt>
          <cx:pt idx="106">465.05000000000001</cx:pt>
          <cx:pt idx="107">670.75</cx:pt>
          <cx:pt idx="108">48.380000000000003</cx:pt>
          <cx:pt idx="109">592.87</cx:pt>
          <cx:pt idx="110">220.77000000000001</cx:pt>
          <cx:pt idx="111">309.22000000000003</cx:pt>
          <cx:pt idx="112">410.60000000000002</cx:pt>
          <cx:pt idx="113">190.08000000000001</cx:pt>
          <cx:pt idx="114">498.48000000000002</cx:pt>
          <cx:pt idx="115">374.99000000000001</cx:pt>
          <cx:pt idx="116">291.35000000000002</cx:pt>
          <cx:pt idx="117">535.5</cx:pt>
          <cx:pt idx="118">502.70999999999998</cx:pt>
          <cx:pt idx="119">534.66999999999996</cx:pt>
          <cx:pt idx="120">629.34000000000003</cx:pt>
          <cx:pt idx="121">410.77999999999997</cx:pt>
          <cx:pt idx="122">533.01999999999998</cx:pt>
          <cx:pt idx="123">278.04000000000002</cx:pt>
          <cx:pt idx="124">283.79000000000002</cx:pt>
          <cx:pt idx="125">512.64999999999998</cx:pt>
          <cx:pt idx="126">275.5</cx:pt>
          <cx:pt idx="127">469.31999999999999</cx:pt>
          <cx:pt idx="128">21.07</cx:pt>
          <cx:pt idx="129">263.93000000000001</cx:pt>
          <cx:pt idx="130">501.30000000000001</cx:pt>
          <cx:pt idx="131">84.799999999999997</cx:pt>
          <cx:pt idx="132">450.75</cx:pt>
          <cx:pt idx="133">302.05000000000001</cx:pt>
          <cx:pt idx="134">199.69999999999999</cx:pt>
          <cx:pt idx="135">68.810000000000002</cx:pt>
          <cx:pt idx="136">44.350000000000001</cx:pt>
          <cx:pt idx="137">250.97999999999999</cx:pt>
          <cx:pt idx="138">298.06</cx:pt>
          <cx:pt idx="139">583.89999999999998</cx:pt>
          <cx:pt idx="140">528.13999999999999</cx:pt>
          <cx:pt idx="141">684.13999999999999</cx:pt>
          <cx:pt idx="142">272.76999999999998</cx:pt>
          <cx:pt idx="143">400.06999999999999</cx:pt>
          <cx:pt idx="144">219.78</cx:pt>
          <cx:pt idx="145">146.91</cx:pt>
          <cx:pt idx="146">411.49000000000001</cx:pt>
          <cx:pt idx="147">465.18000000000001</cx:pt>
          <cx:pt idx="148">319.91000000000003</cx:pt>
          <cx:pt idx="149">217.56</cx:pt>
          <cx:pt idx="150">105.56999999999999</cx:pt>
          <cx:pt idx="151">444.75999999999999</cx:pt>
          <cx:pt idx="152">399.04000000000002</cx:pt>
          <cx:pt idx="153">534.48000000000002</cx:pt>
          <cx:pt idx="154">408.20999999999998</cx:pt>
          <cx:pt idx="155">424.39999999999998</cx:pt>
          <cx:pt idx="156">269.82999999999998</cx:pt>
          <cx:pt idx="157">564.58000000000004</cx:pt>
          <cx:pt idx="158">331.06</cx:pt>
          <cx:pt idx="159">299.35000000000002</cx:pt>
          <cx:pt idx="160">101.31999999999999</cx:pt>
          <cx:pt idx="161">211.13999999999999</cx:pt>
          <cx:pt idx="162">65.859999999999999</cx:pt>
          <cx:pt idx="163">641.38999999999999</cx:pt>
          <cx:pt idx="164">536.58000000000004</cx:pt>
          <cx:pt idx="165">500.29000000000002</cx:pt>
          <cx:pt idx="166">86.290000000000006</cx:pt>
          <cx:pt idx="167">384.13999999999999</cx:pt>
          <cx:pt idx="168">594.96000000000004</cx:pt>
          <cx:pt idx="169">427.81999999999999</cx:pt>
          <cx:pt idx="170">662.94000000000005</cx:pt>
          <cx:pt idx="171">148.22</cx:pt>
          <cx:pt idx="172">254.12</cx:pt>
          <cx:pt idx="173">664.46000000000004</cx:pt>
          <cx:pt idx="174">600.80999999999995</cx:pt>
          <cx:pt idx="175">68.340000000000003</cx:pt>
          <cx:pt idx="176">430.82999999999998</cx:pt>
          <cx:pt idx="177">431.69</cx:pt>
          <cx:pt idx="178">512.05999999999995</cx:pt>
          <cx:pt idx="179">539.90999999999997</cx:pt>
          <cx:pt idx="180">316.06999999999999</cx:pt>
          <cx:pt idx="181">404.38999999999999</cx:pt>
          <cx:pt idx="182">600.53999999999996</cx:pt>
          <cx:pt idx="183">186.28</cx:pt>
          <cx:pt idx="184">214.53999999999999</cx:pt>
          <cx:pt idx="185">210.69999999999999</cx:pt>
          <cx:pt idx="186">133.55000000000001</cx:pt>
          <cx:pt idx="187">590.87</cx:pt>
          <cx:pt idx="188">363.91000000000003</cx:pt>
          <cx:pt idx="189">429.44999999999999</cx:pt>
          <cx:pt idx="190">223.69999999999999</cx:pt>
          <cx:pt idx="191">488.87</cx:pt>
          <cx:pt idx="192">645.46000000000004</cx:pt>
          <cx:pt idx="193">46.659999999999997</cx:pt>
          <cx:pt idx="194">249.56999999999999</cx:pt>
          <cx:pt idx="195">619.21000000000004</cx:pt>
          <cx:pt idx="196">217.13</cx:pt>
          <cx:pt idx="197">221.50999999999999</cx:pt>
          <cx:pt idx="198">340.30000000000001</cx:pt>
          <cx:pt idx="199">625</cx:pt>
          <cx:pt idx="200">433.25999999999999</cx:pt>
          <cx:pt idx="201">674.89999999999998</cx:pt>
          <cx:pt idx="202">253.97999999999999</cx:pt>
          <cx:pt idx="203">356.83999999999997</cx:pt>
          <cx:pt idx="204">413.70999999999998</cx:pt>
          <cx:pt idx="205">147.38999999999999</cx:pt>
          <cx:pt idx="206">229.09999999999999</cx:pt>
          <cx:pt idx="207">121.95999999999999</cx:pt>
          <cx:pt idx="208">408.31999999999999</cx:pt>
          <cx:pt idx="209">187.97</cx:pt>
          <cx:pt idx="210">358.48000000000002</cx:pt>
          <cx:pt idx="211">193.58000000000001</cx:pt>
          <cx:pt idx="212">265.38</cx:pt>
          <cx:pt idx="213">634.39999999999998</cx:pt>
          <cx:pt idx="214">305.72000000000003</cx:pt>
          <cx:pt idx="215">303.60000000000002</cx:pt>
          <cx:pt idx="216">496</cx:pt>
          <cx:pt idx="217">321.50999999999999</cx:pt>
          <cx:pt idx="218">112.45999999999999</cx:pt>
          <cx:pt idx="219">61.969999999999999</cx:pt>
          <cx:pt idx="220">373.17000000000002</cx:pt>
          <cx:pt idx="221">639.37</cx:pt>
          <cx:pt idx="222">693.36000000000001</cx:pt>
          <cx:pt idx="223">692.90999999999997</cx:pt>
          <cx:pt idx="224">91.459999999999994</cx:pt>
          <cx:pt idx="225">273.95999999999998</cx:pt>
          <cx:pt idx="226">588.04999999999995</cx:pt>
          <cx:pt idx="227">365.17000000000002</cx:pt>
          <cx:pt idx="228">385.92000000000002</cx:pt>
          <cx:pt idx="229">562.61000000000001</cx:pt>
          <cx:pt idx="230">61.909999999999997</cx:pt>
          <cx:pt idx="231">41.899999999999999</cx:pt>
          <cx:pt idx="232">444.44</cx:pt>
          <cx:pt idx="233">311.32999999999998</cx:pt>
          <cx:pt idx="234">236.41</cx:pt>
          <cx:pt idx="235">65.450000000000003</cx:pt>
          <cx:pt idx="236">318.81</cx:pt>
          <cx:pt idx="237">583.72000000000003</cx:pt>
          <cx:pt idx="238">384.31999999999999</cx:pt>
          <cx:pt idx="239">538.74000000000001</cx:pt>
          <cx:pt idx="240">17.239999999999998</cx:pt>
          <cx:pt idx="241">615.66999999999996</cx:pt>
          <cx:pt idx="242">219.09999999999999</cx:pt>
          <cx:pt idx="243">144.66</cx:pt>
          <cx:pt idx="244">317.76999999999998</cx:pt>
          <cx:pt idx="245">223.30000000000001</cx:pt>
          <cx:pt idx="246">342.11000000000001</cx:pt>
          <cx:pt idx="247">220.90000000000001</cx:pt>
          <cx:pt idx="248">670.53999999999996</cx:pt>
          <cx:pt idx="249">546.19000000000005</cx:pt>
          <cx:pt idx="250">42.950000000000003</cx:pt>
          <cx:pt idx="251">14.69</cx:pt>
          <cx:pt idx="252">668.36000000000001</cx:pt>
          <cx:pt idx="253">413.74000000000001</cx:pt>
          <cx:pt idx="254">263.19</cx:pt>
          <cx:pt idx="255">263.95999999999998</cx:pt>
          <cx:pt idx="256">75.810000000000002</cx:pt>
          <cx:pt idx="257">406.22000000000003</cx:pt>
          <cx:pt idx="258">103.41</cx:pt>
          <cx:pt idx="259">435.12</cx:pt>
          <cx:pt idx="260">407.79000000000002</cx:pt>
          <cx:pt idx="261">173.65000000000001</cx:pt>
          <cx:pt idx="262">249.06999999999999</cx:pt>
          <cx:pt idx="263">434.85000000000002</cx:pt>
          <cx:pt idx="264">436.76999999999998</cx:pt>
          <cx:pt idx="265">572.13</cx:pt>
          <cx:pt idx="266">583.07000000000005</cx:pt>
          <cx:pt idx="267">468.50999999999999</cx:pt>
          <cx:pt idx="268">423.88</cx:pt>
          <cx:pt idx="269">663.66999999999996</cx:pt>
          <cx:pt idx="270">309.91000000000003</cx:pt>
          <cx:pt idx="271">542.07000000000005</cx:pt>
          <cx:pt idx="272">399.31999999999999</cx:pt>
          <cx:pt idx="273">238.25</cx:pt>
          <cx:pt idx="274">182.40000000000001</cx:pt>
          <cx:pt idx="275">65.069999999999993</cx:pt>
          <cx:pt idx="276">600.57000000000005</cx:pt>
          <cx:pt idx="277">90.920000000000002</cx:pt>
          <cx:pt idx="278">362.45999999999998</cx:pt>
          <cx:pt idx="279">55.009999999999998</cx:pt>
          <cx:pt idx="280">404.62</cx:pt>
          <cx:pt idx="281">654.78999999999996</cx:pt>
          <cx:pt idx="282">637.78999999999996</cx:pt>
          <cx:pt idx="283">540.33000000000004</cx:pt>
          <cx:pt idx="284">208.16999999999999</cx:pt>
          <cx:pt idx="285">338.31</cx:pt>
          <cx:pt idx="286">139.44999999999999</cx:pt>
          <cx:pt idx="287">655.17999999999995</cx:pt>
          <cx:pt idx="288">512.75</cx:pt>
          <cx:pt idx="289">160.49000000000001</cx:pt>
          <cx:pt idx="290">99.900000000000006</cx:pt>
          <cx:pt idx="291">345.00999999999999</cx:pt>
          <cx:pt idx="292">65.950000000000003</cx:pt>
          <cx:pt idx="293">463.04000000000002</cx:pt>
          <cx:pt idx="294">297.70999999999998</cx:pt>
          <cx:pt idx="295">107.48</cx:pt>
          <cx:pt idx="296">638.79999999999995</cx:pt>
          <cx:pt idx="297">493.88</cx:pt>
          <cx:pt idx="298">301.17000000000002</cx:pt>
          <cx:pt idx="299">278.66000000000003</cx:pt>
          <cx:pt idx="300">287.45999999999998</cx:pt>
          <cx:pt idx="301">583.99000000000001</cx:pt>
          <cx:pt idx="302">468.74000000000001</cx:pt>
          <cx:pt idx="303">30.539999999999999</cx:pt>
          <cx:pt idx="304">408.73000000000002</cx:pt>
          <cx:pt idx="305">126.89</cx:pt>
          <cx:pt idx="306">57.07</cx:pt>
          <cx:pt idx="307">557.40999999999997</cx:pt>
          <cx:pt idx="308">448.89999999999998</cx:pt>
          <cx:pt idx="309">549.75999999999999</cx:pt>
          <cx:pt idx="310">132.47999999999999</cx:pt>
          <cx:pt idx="311">489.37</cx:pt>
          <cx:pt idx="312">66.310000000000002</cx:pt>
          <cx:pt idx="313">434.30000000000001</cx:pt>
          <cx:pt idx="314">153.09</cx:pt>
          <cx:pt idx="315">91.670000000000002</cx:pt>
          <cx:pt idx="316">275.27999999999997</cx:pt>
          <cx:pt idx="317">139.94999999999999</cx:pt>
          <cx:pt idx="318">148.72</cx:pt>
          <cx:pt idx="319">563.05999999999995</cx:pt>
          <cx:pt idx="320">625.50999999999999</cx:pt>
          <cx:pt idx="321">152.28999999999999</cx:pt>
          <cx:pt idx="322">231.81999999999999</cx:pt>
          <cx:pt idx="323">150.16999999999999</cx:pt>
          <cx:pt idx="324">70.930000000000007</cx:pt>
          <cx:pt idx="325">361.38999999999999</cx:pt>
          <cx:pt idx="326">670.48000000000002</cx:pt>
          <cx:pt idx="327">359.99000000000001</cx:pt>
          <cx:pt idx="328">674.03999999999996</cx:pt>
          <cx:pt idx="329">283.16000000000003</cx:pt>
          <cx:pt idx="330">260.52999999999997</cx:pt>
          <cx:pt idx="331">422.13</cx:pt>
          <cx:pt idx="332">125.02</cx:pt>
          <cx:pt idx="333">198.50999999999999</cx:pt>
          <cx:pt idx="334">224.75</cx:pt>
          <cx:pt idx="335">205.86000000000001</cx:pt>
          <cx:pt idx="336">18.199999999999999</cx:pt>
          <cx:pt idx="337">502.76999999999998</cx:pt>
          <cx:pt idx="338">305.49000000000001</cx:pt>
          <cx:pt idx="339">236.33000000000001</cx:pt>
          <cx:pt idx="340">521.25</cx:pt>
          <cx:pt idx="341">167.15000000000001</cx:pt>
          <cx:pt idx="342">466.42000000000002</cx:pt>
          <cx:pt idx="343">527.57000000000005</cx:pt>
          <cx:pt idx="344">623.34000000000003</cx:pt>
          <cx:pt idx="345">501.25999999999999</cx:pt>
          <cx:pt idx="346">655.09000000000003</cx:pt>
          <cx:pt idx="347">264.79000000000002</cx:pt>
          <cx:pt idx="348">359.73000000000002</cx:pt>
          <cx:pt idx="349">465.32999999999998</cx:pt>
          <cx:pt idx="350">54.409999999999997</cx:pt>
          <cx:pt idx="351">64.659999999999997</cx:pt>
          <cx:pt idx="352">173.96000000000001</cx:pt>
          <cx:pt idx="353">630.82000000000005</cx:pt>
          <cx:pt idx="354">693.40999999999997</cx:pt>
          <cx:pt idx="355">433.32999999999998</cx:pt>
          <cx:pt idx="356">374.57999999999998</cx:pt>
          <cx:pt idx="357">408.56</cx:pt>
          <cx:pt idx="358">183.66999999999999</cx:pt>
          <cx:pt idx="359">606.57000000000005</cx:pt>
          <cx:pt idx="360">589.57000000000005</cx:pt>
          <cx:pt idx="361">659.85000000000002</cx:pt>
          <cx:pt idx="362">206.84</cx:pt>
          <cx:pt idx="363">113.87</cx:pt>
          <cx:pt idx="364">628.74000000000001</cx:pt>
          <cx:pt idx="365">678.38</cx:pt>
          <cx:pt idx="366">602.24000000000001</cx:pt>
          <cx:pt idx="367">658.76999999999998</cx:pt>
          <cx:pt idx="368">271.01999999999998</cx:pt>
          <cx:pt idx="369">375.25</cx:pt>
          <cx:pt idx="370">312.11000000000001</cx:pt>
          <cx:pt idx="371">307.75999999999999</cx:pt>
          <cx:pt idx="372">483.52999999999997</cx:pt>
          <cx:pt idx="373">341.14999999999998</cx:pt>
          <cx:pt idx="374">571.89999999999998</cx:pt>
          <cx:pt idx="375">95.030000000000001</cx:pt>
          <cx:pt idx="376">201.22</cx:pt>
          <cx:pt idx="377">260.25999999999999</cx:pt>
          <cx:pt idx="378">64.5</cx:pt>
          <cx:pt idx="379">297.67000000000002</cx:pt>
          <cx:pt idx="380">331.89999999999998</cx:pt>
          <cx:pt idx="381">191.75999999999999</cx:pt>
          <cx:pt idx="382">263.08999999999997</cx:pt>
          <cx:pt idx="383">393.80000000000001</cx:pt>
          <cx:pt idx="384">553.57000000000005</cx:pt>
          <cx:pt idx="385">191.63</cx:pt>
          <cx:pt idx="386">93.019999999999996</cx:pt>
          <cx:pt idx="387">39.530000000000001</cx:pt>
          <cx:pt idx="388">633.97000000000003</cx:pt>
          <cx:pt idx="389">697.5</cx:pt>
          <cx:pt idx="390">508.69</cx:pt>
          <cx:pt idx="391">527.46000000000004</cx:pt>
          <cx:pt idx="392">627.20000000000005</cx:pt>
          <cx:pt idx="393">75.010000000000005</cx:pt>
          <cx:pt idx="394">529.54999999999995</cx:pt>
          <cx:pt idx="395">127.41</cx:pt>
          <cx:pt idx="396">287.13</cx:pt>
          <cx:pt idx="397">427.06</cx:pt>
          <cx:pt idx="398">53.93</cx:pt>
          <cx:pt idx="399">423.93000000000001</cx:pt>
          <cx:pt idx="400">160.22</cx:pt>
          <cx:pt idx="401">538.67999999999995</cx:pt>
          <cx:pt idx="402">337.38</cx:pt>
          <cx:pt idx="403">620.21000000000004</cx:pt>
          <cx:pt idx="404">99.099999999999994</cx:pt>
          <cx:pt idx="405">451.97000000000003</cx:pt>
          <cx:pt idx="406">66.099999999999994</cx:pt>
          <cx:pt idx="407">547.32000000000005</cx:pt>
          <cx:pt idx="408">412.52999999999997</cx:pt>
          <cx:pt idx="409">84.129999999999995</cx:pt>
          <cx:pt idx="410">518.23000000000002</cx:pt>
          <cx:pt idx="411">39.509999999999998</cx:pt>
          <cx:pt idx="412">133.00999999999999</cx:pt>
          <cx:pt idx="413">118.8</cx:pt>
          <cx:pt idx="414">139.56999999999999</cx:pt>
          <cx:pt idx="415">184.15000000000001</cx:pt>
          <cx:pt idx="416">644.04999999999995</cx:pt>
          <cx:pt idx="417">55.409999999999997</cx:pt>
          <cx:pt idx="418">310.93000000000001</cx:pt>
          <cx:pt idx="419">216.66</cx:pt>
          <cx:pt idx="420">452.69999999999999</cx:pt>
          <cx:pt idx="421">288.20999999999998</cx:pt>
          <cx:pt idx="422">206.59999999999999</cx:pt>
          <cx:pt idx="423">685.20000000000005</cx:pt>
          <cx:pt idx="424">22.940000000000001</cx:pt>
          <cx:pt idx="425">301.88</cx:pt>
          <cx:pt idx="426">57.450000000000003</cx:pt>
          <cx:pt idx="427">161.24000000000001</cx:pt>
          <cx:pt idx="428">262.57999999999998</cx:pt>
          <cx:pt idx="429">515.19000000000005</cx:pt>
          <cx:pt idx="430">450.06999999999999</cx:pt>
          <cx:pt idx="431">52.539999999999999</cx:pt>
          <cx:pt idx="432">424.31999999999999</cx:pt>
          <cx:pt idx="433">631.63999999999999</cx:pt>
          <cx:pt idx="434">327.68000000000001</cx:pt>
          <cx:pt idx="435">414.47000000000003</cx:pt>
          <cx:pt idx="436">221.33000000000001</cx:pt>
          <cx:pt idx="437">512.38999999999999</cx:pt>
          <cx:pt idx="438">459.33999999999997</cx:pt>
          <cx:pt idx="439">146.31999999999999</cx:pt>
          <cx:pt idx="440">83.599999999999994</cx:pt>
          <cx:pt idx="441">328.54000000000002</cx:pt>
          <cx:pt idx="442">314.94</cx:pt>
          <cx:pt idx="443">69.640000000000001</cx:pt>
          <cx:pt idx="444">135.16999999999999</cx:pt>
          <cx:pt idx="445">487.20999999999998</cx:pt>
          <cx:pt idx="446">509.57999999999998</cx:pt>
          <cx:pt idx="447">416.81</cx:pt>
          <cx:pt idx="448">160</cx:pt>
          <cx:pt idx="449">253.05000000000001</cx:pt>
          <cx:pt idx="450">615.10000000000002</cx:pt>
          <cx:pt idx="451">183.18000000000001</cx:pt>
          <cx:pt idx="452">75.780000000000001</cx:pt>
          <cx:pt idx="453">675.57000000000005</cx:pt>
          <cx:pt idx="454">109.29000000000001</cx:pt>
          <cx:pt idx="455">639.83000000000004</cx:pt>
          <cx:pt idx="456">62.810000000000002</cx:pt>
          <cx:pt idx="457">615.83000000000004</cx:pt>
          <cx:pt idx="458">510.57999999999998</cx:pt>
          <cx:pt idx="459">334.38999999999999</cx:pt>
          <cx:pt idx="460">144.25</cx:pt>
          <cx:pt idx="461">401.81999999999999</cx:pt>
          <cx:pt idx="462">252.68000000000001</cx:pt>
          <cx:pt idx="463">662.77999999999997</cx:pt>
          <cx:pt idx="464">434.42000000000002</cx:pt>
          <cx:pt idx="465">513.49000000000001</cx:pt>
          <cx:pt idx="466">432.47000000000003</cx:pt>
          <cx:pt idx="467">45.939999999999998</cx:pt>
          <cx:pt idx="468">418.36000000000001</cx:pt>
          <cx:pt idx="469">676.98000000000002</cx:pt>
          <cx:pt idx="470">263.62</cx:pt>
          <cx:pt idx="471">551.26999999999998</cx:pt>
          <cx:pt idx="472">508.12</cx:pt>
          <cx:pt idx="473">14.93</cx:pt>
          <cx:pt idx="474">229.34</cx:pt>
          <cx:pt idx="475">438.62</cx:pt>
          <cx:pt idx="476">513.59000000000003</cx:pt>
          <cx:pt idx="477">253.74000000000001</cx:pt>
          <cx:pt idx="478">62.770000000000003</cx:pt>
          <cx:pt idx="479">25.289999999999999</cx:pt>
          <cx:pt idx="480">335.10000000000002</cx:pt>
          <cx:pt idx="481">484.85000000000002</cx:pt>
          <cx:pt idx="482">381.41000000000003</cx:pt>
          <cx:pt idx="483">347.92000000000002</cx:pt>
          <cx:pt idx="484">15.01</cx:pt>
          <cx:pt idx="485">404.79000000000002</cx:pt>
          <cx:pt idx="486">611.25999999999999</cx:pt>
          <cx:pt idx="487">346.51999999999998</cx:pt>
          <cx:pt idx="488">36.649999999999999</cx:pt>
          <cx:pt idx="489">149.34</cx:pt>
          <cx:pt idx="490">467.81</cx:pt>
          <cx:pt idx="491">420.69999999999999</cx:pt>
          <cx:pt idx="492">606.51999999999998</cx:pt>
          <cx:pt idx="493">420.25999999999999</cx:pt>
          <cx:pt idx="494">505.79000000000002</cx:pt>
          <cx:pt idx="495">493.73000000000002</cx:pt>
          <cx:pt idx="496">201.21000000000001</cx:pt>
          <cx:pt idx="497">112.29000000000001</cx:pt>
          <cx:pt idx="498">132.56</cx:pt>
          <cx:pt idx="499">539.46000000000004</cx:pt>
          <cx:pt idx="500">508.58999999999997</cx:pt>
          <cx:pt idx="501">203.46000000000001</cx:pt>
          <cx:pt idx="502">565.25</cx:pt>
          <cx:pt idx="503">136.84</cx:pt>
          <cx:pt idx="504">464.5</cx:pt>
          <cx:pt idx="505">434.97000000000003</cx:pt>
          <cx:pt idx="506">43.670000000000002</cx:pt>
          <cx:pt idx="507">171.59</cx:pt>
          <cx:pt idx="508">558.26999999999998</cx:pt>
          <cx:pt idx="509">425.02999999999997</cx:pt>
          <cx:pt idx="510">376.75999999999999</cx:pt>
          <cx:pt idx="511">575.24000000000001</cx:pt>
          <cx:pt idx="512">568.01999999999998</cx:pt>
          <cx:pt idx="513">94.879999999999995</cx:pt>
          <cx:pt idx="514">304.14999999999998</cx:pt>
          <cx:pt idx="515">553.51999999999998</cx:pt>
          <cx:pt idx="516">166.99000000000001</cx:pt>
          <cx:pt idx="517">198.34999999999999</cx:pt>
          <cx:pt idx="518">403.57999999999998</cx:pt>
          <cx:pt idx="519">464.29000000000002</cx:pt>
          <cx:pt idx="520">635.98000000000002</cx:pt>
          <cx:pt idx="521">528.05999999999995</cx:pt>
          <cx:pt idx="522">515.32000000000005</cx:pt>
          <cx:pt idx="523">657.78999999999996</cx:pt>
          <cx:pt idx="524">153</cx:pt>
          <cx:pt idx="525">668.48000000000002</cx:pt>
          <cx:pt idx="526">46.5</cx:pt>
          <cx:pt idx="527">653.47000000000003</cx:pt>
          <cx:pt idx="528">628.88999999999999</cx:pt>
          <cx:pt idx="529">675.10000000000002</cx:pt>
          <cx:pt idx="530">89.409999999999997</cx:pt>
          <cx:pt idx="531">320.00999999999999</cx:pt>
          <cx:pt idx="532">41</cx:pt>
          <cx:pt idx="533">565.85000000000002</cx:pt>
          <cx:pt idx="534">648.59000000000003</cx:pt>
          <cx:pt idx="535">68.120000000000005</cx:pt>
          <cx:pt idx="536">616.10000000000002</cx:pt>
          <cx:pt idx="537">247.47</cx:pt>
          <cx:pt idx="538">490.74000000000001</cx:pt>
          <cx:pt idx="539">531.72000000000003</cx:pt>
          <cx:pt idx="540">648.64999999999998</cx:pt>
          <cx:pt idx="541">456.06</cx:pt>
          <cx:pt idx="542">17.98</cx:pt>
          <cx:pt idx="543">269.86000000000001</cx:pt>
          <cx:pt idx="544">31.960000000000001</cx:pt>
          <cx:pt idx="545">98.469999999999999</cx:pt>
          <cx:pt idx="546">158.68000000000001</cx:pt>
          <cx:pt idx="547">613.98000000000002</cx:pt>
          <cx:pt idx="548">426.12</cx:pt>
          <cx:pt idx="549">629.88</cx:pt>
          <cx:pt idx="550">228.91</cx:pt>
          <cx:pt idx="551">120.98</cx:pt>
          <cx:pt idx="552">425.18000000000001</cx:pt>
          <cx:pt idx="553">333.82999999999998</cx:pt>
          <cx:pt idx="554">492.89999999999998</cx:pt>
          <cx:pt idx="555">92.040000000000006</cx:pt>
          <cx:pt idx="556">654.26999999999998</cx:pt>
          <cx:pt idx="557">56.200000000000003</cx:pt>
          <cx:pt idx="558">628.12</cx:pt>
          <cx:pt idx="559">157.40000000000001</cx:pt>
          <cx:pt idx="560">588.85000000000002</cx:pt>
          <cx:pt idx="561">494.77999999999997</cx:pt>
          <cx:pt idx="562">663.92999999999995</cx:pt>
          <cx:pt idx="563">132.68000000000001</cx:pt>
          <cx:pt idx="564">364.27999999999997</cx:pt>
          <cx:pt idx="565">307.98000000000002</cx:pt>
          <cx:pt idx="566">162.71000000000001</cx:pt>
          <cx:pt idx="567">492.94</cx:pt>
          <cx:pt idx="568">343.99000000000001</cx:pt>
          <cx:pt idx="569">250.68000000000001</cx:pt>
          <cx:pt idx="570">362.13999999999999</cx:pt>
          <cx:pt idx="571">214.08000000000001</cx:pt>
          <cx:pt idx="572">70.319999999999993</cx:pt>
          <cx:pt idx="573">421.42000000000002</cx:pt>
          <cx:pt idx="574">384.69</cx:pt>
          <cx:pt idx="575">448.14999999999998</cx:pt>
          <cx:pt idx="576">79.079999999999998</cx:pt>
          <cx:pt idx="577">185.41</cx:pt>
          <cx:pt idx="578">566.07000000000005</cx:pt>
          <cx:pt idx="579">187.88</cx:pt>
          <cx:pt idx="580">255.99000000000001</cx:pt>
          <cx:pt idx="581">627.34000000000003</cx:pt>
          <cx:pt idx="582">474.13999999999999</cx:pt>
          <cx:pt idx="583">154.37</cx:pt>
          <cx:pt idx="584">145.05000000000001</cx:pt>
          <cx:pt idx="585">67.079999999999998</cx:pt>
          <cx:pt idx="586">522.08000000000004</cx:pt>
          <cx:pt idx="587">514.60000000000002</cx:pt>
          <cx:pt idx="588">577.82000000000005</cx:pt>
          <cx:pt idx="589">500.80000000000001</cx:pt>
          <cx:pt idx="590">461.13</cx:pt>
          <cx:pt idx="591">605.27999999999997</cx:pt>
          <cx:pt idx="592">204.27000000000001</cx:pt>
          <cx:pt idx="593">489.80000000000001</cx:pt>
          <cx:pt idx="594">72.640000000000001</cx:pt>
          <cx:pt idx="595">385.16000000000003</cx:pt>
          <cx:pt idx="596">606.40999999999997</cx:pt>
          <cx:pt idx="597">211.81999999999999</cx:pt>
          <cx:pt idx="598">495.35000000000002</cx:pt>
          <cx:pt idx="599">556.99000000000001</cx:pt>
          <cx:pt idx="600">72.310000000000002</cx:pt>
          <cx:pt idx="601">24.82</cx:pt>
          <cx:pt idx="602">26.039999999999999</cx:pt>
          <cx:pt idx="603">657.07000000000005</cx:pt>
          <cx:pt idx="604">32.619999999999997</cx:pt>
          <cx:pt idx="605">228.91</cx:pt>
          <cx:pt idx="606">274.75</cx:pt>
          <cx:pt idx="607">634.04999999999995</cx:pt>
          <cx:pt idx="608">543.15999999999997</cx:pt>
          <cx:pt idx="609">449.13</cx:pt>
          <cx:pt idx="610">389.62</cx:pt>
          <cx:pt idx="611">305.17000000000002</cx:pt>
          <cx:pt idx="612">445.12</cx:pt>
          <cx:pt idx="613">230.36000000000001</cx:pt>
          <cx:pt idx="614">96.810000000000002</cx:pt>
          <cx:pt idx="615">460.13999999999999</cx:pt>
          <cx:pt idx="616">601.60000000000002</cx:pt>
          <cx:pt idx="617">184.47</cx:pt>
          <cx:pt idx="618">411.33999999999997</cx:pt>
          <cx:pt idx="619">532.88999999999999</cx:pt>
          <cx:pt idx="620">136.34</cx:pt>
          <cx:pt idx="621">476.00999999999999</cx:pt>
          <cx:pt idx="622">236.38</cx:pt>
          <cx:pt idx="623">396</cx:pt>
          <cx:pt idx="624">341.95999999999998</cx:pt>
          <cx:pt idx="625">672.88999999999999</cx:pt>
          <cx:pt idx="626">657.48000000000002</cx:pt>
          <cx:pt idx="627">498.68000000000001</cx:pt>
          <cx:pt idx="628">558.63</cx:pt>
          <cx:pt idx="629">19.73</cx:pt>
          <cx:pt idx="630">248.84</cx:pt>
          <cx:pt idx="631">46.109999999999999</cx:pt>
          <cx:pt idx="632">678.15999999999997</cx:pt>
          <cx:pt idx="633">601.72000000000003</cx:pt>
          <cx:pt idx="634">259.31999999999999</cx:pt>
          <cx:pt idx="635">63.68</cx:pt>
          <cx:pt idx="636">371.06999999999999</cx:pt>
          <cx:pt idx="637">306.35000000000002</cx:pt>
          <cx:pt idx="638">578.26999999999998</cx:pt>
          <cx:pt idx="639">529.19000000000005</cx:pt>
          <cx:pt idx="640">587.49000000000001</cx:pt>
          <cx:pt idx="641">567.57000000000005</cx:pt>
          <cx:pt idx="642">85.219999999999999</cx:pt>
          <cx:pt idx="643">438.37</cx:pt>
          <cx:pt idx="644">366.23000000000002</cx:pt>
          <cx:pt idx="645">150.05000000000001</cx:pt>
          <cx:pt idx="646">498.50999999999999</cx:pt>
          <cx:pt idx="647">339.38999999999999</cx:pt>
          <cx:pt idx="648">575.83000000000004</cx:pt>
          <cx:pt idx="649">642.98000000000002</cx:pt>
          <cx:pt idx="650">372.23000000000002</cx:pt>
          <cx:pt idx="651">646.34000000000003</cx:pt>
          <cx:pt idx="652">341.83999999999997</cx:pt>
          <cx:pt idx="653">690.29999999999995</cx:pt>
          <cx:pt idx="654">382.37</cx:pt>
          <cx:pt idx="655">132.59999999999999</cx:pt>
          <cx:pt idx="656">189.06</cx:pt>
          <cx:pt idx="657">87.790000000000006</cx:pt>
          <cx:pt idx="658">46.359999999999999</cx:pt>
          <cx:pt idx="659">642.03999999999996</cx:pt>
          <cx:pt idx="660">651.57000000000005</cx:pt>
          <cx:pt idx="661">424.88999999999999</cx:pt>
          <cx:pt idx="662">438.88999999999999</cx:pt>
          <cx:pt idx="663">72.599999999999994</cx:pt>
          <cx:pt idx="664">194.75</cx:pt>
          <cx:pt idx="665">231.25999999999999</cx:pt>
          <cx:pt idx="666">327.12</cx:pt>
          <cx:pt idx="667">466.42000000000002</cx:pt>
          <cx:pt idx="668">253.66999999999999</cx:pt>
          <cx:pt idx="669">257</cx:pt>
          <cx:pt idx="670">539.20000000000005</cx:pt>
          <cx:pt idx="671">50.740000000000002</cx:pt>
          <cx:pt idx="672">624.15999999999997</cx:pt>
          <cx:pt idx="673">372.92000000000002</cx:pt>
          <cx:pt idx="674">358.75</cx:pt>
          <cx:pt idx="675">342.01999999999998</cx:pt>
          <cx:pt idx="676">422.33999999999997</cx:pt>
          <cx:pt idx="677">22.07</cx:pt>
          <cx:pt idx="678">163.13</cx:pt>
          <cx:pt idx="679">360.66000000000003</cx:pt>
          <cx:pt idx="680">463.38999999999999</cx:pt>
          <cx:pt idx="681">155.27000000000001</cx:pt>
          <cx:pt idx="682">509.42000000000002</cx:pt>
          <cx:pt idx="683">652.48000000000002</cx:pt>
          <cx:pt idx="684">34.840000000000003</cx:pt>
          <cx:pt idx="685">234.37</cx:pt>
          <cx:pt idx="686">53.600000000000001</cx:pt>
          <cx:pt idx="687">332.08999999999997</cx:pt>
          <cx:pt idx="688">593.22000000000003</cx:pt>
          <cx:pt idx="689">444.83999999999997</cx:pt>
          <cx:pt idx="690">24.48</cx:pt>
          <cx:pt idx="691">239.08000000000001</cx:pt>
          <cx:pt idx="692">196.84</cx:pt>
          <cx:pt idx="693">176.58000000000001</cx:pt>
          <cx:pt idx="694">666.51999999999998</cx:pt>
          <cx:pt idx="695">101.3</cx:pt>
          <cx:pt idx="696">151.19999999999999</cx:pt>
          <cx:pt idx="697">94.849999999999994</cx:pt>
          <cx:pt idx="698">388.22000000000003</cx:pt>
          <cx:pt idx="699">614.14999999999998</cx:pt>
          <cx:pt idx="700">92.909999999999997</cx:pt>
          <cx:pt idx="701">92.219999999999999</cx:pt>
          <cx:pt idx="702">562.54999999999995</cx:pt>
          <cx:pt idx="703">92.790000000000006</cx:pt>
          <cx:pt idx="704">30.27</cx:pt>
          <cx:pt idx="705">49.079999999999998</cx:pt>
          <cx:pt idx="706">228.09</cx:pt>
          <cx:pt idx="707">650.03999999999996</cx:pt>
          <cx:pt idx="708">665.11000000000001</cx:pt>
          <cx:pt idx="709">386.02999999999997</cx:pt>
          <cx:pt idx="710">21.539999999999999</cx:pt>
          <cx:pt idx="711">475.77999999999997</cx:pt>
          <cx:pt idx="712">68.400000000000006</cx:pt>
          <cx:pt idx="713">532.49000000000001</cx:pt>
          <cx:pt idx="714">51.729999999999997</cx:pt>
          <cx:pt idx="715">653.63</cx:pt>
          <cx:pt idx="716">454.29000000000002</cx:pt>
          <cx:pt idx="717">122.11</cx:pt>
          <cx:pt idx="718">64.739999999999995</cx:pt>
          <cx:pt idx="719">681.05999999999995</cx:pt>
          <cx:pt idx="720">128.94999999999999</cx:pt>
          <cx:pt idx="721">118.59</cx:pt>
          <cx:pt idx="722">95.099999999999994</cx:pt>
          <cx:pt idx="723">54.950000000000003</cx:pt>
          <cx:pt idx="724">136.97</cx:pt>
          <cx:pt idx="725">194.84999999999999</cx:pt>
          <cx:pt idx="726">583.01999999999998</cx:pt>
          <cx:pt idx="727">95.75</cx:pt>
          <cx:pt idx="728">325.75999999999999</cx:pt>
          <cx:pt idx="729">186.41</cx:pt>
          <cx:pt idx="730">474.60000000000002</cx:pt>
          <cx:pt idx="731">584.46000000000004</cx:pt>
          <cx:pt idx="732">132.05000000000001</cx:pt>
          <cx:pt idx="733">494.83999999999997</cx:pt>
          <cx:pt idx="734">224.61000000000001</cx:pt>
          <cx:pt idx="735">44.07</cx:pt>
          <cx:pt idx="736">418.52999999999997</cx:pt>
          <cx:pt idx="737">532.87</cx:pt>
          <cx:pt idx="738">485.37</cx:pt>
          <cx:pt idx="739">386.73000000000002</cx:pt>
          <cx:pt idx="740">377.47000000000003</cx:pt>
          <cx:pt idx="741">332.63999999999999</cx:pt>
          <cx:pt idx="742">699.92999999999995</cx:pt>
          <cx:pt idx="743">576.35000000000002</cx:pt>
          <cx:pt idx="744">461.37</cx:pt>
          <cx:pt idx="745">111.3</cx:pt>
          <cx:pt idx="746">661.88999999999999</cx:pt>
          <cx:pt idx="747">259.57999999999998</cx:pt>
          <cx:pt idx="748">70.810000000000002</cx:pt>
          <cx:pt idx="749">518.38999999999999</cx:pt>
          <cx:pt idx="750">145.41</cx:pt>
          <cx:pt idx="751">599.86000000000001</cx:pt>
          <cx:pt idx="752">429.37</cx:pt>
          <cx:pt idx="753">241.49000000000001</cx:pt>
          <cx:pt idx="754">452.05000000000001</cx:pt>
          <cx:pt idx="755">336.70999999999998</cx:pt>
          <cx:pt idx="756">283.69</cx:pt>
          <cx:pt idx="757">157.72</cx:pt>
          <cx:pt idx="758">624.84000000000003</cx:pt>
          <cx:pt idx="759">308.00999999999999</cx:pt>
          <cx:pt idx="760">39.560000000000002</cx:pt>
          <cx:pt idx="761">37.759999999999998</cx:pt>
          <cx:pt idx="762">76.959999999999994</cx:pt>
          <cx:pt idx="763">569.96000000000004</cx:pt>
          <cx:pt idx="764">627.42999999999995</cx:pt>
          <cx:pt idx="765">534.90999999999997</cx:pt>
          <cx:pt idx="766">278.88</cx:pt>
          <cx:pt idx="767">323.22000000000003</cx:pt>
          <cx:pt idx="768">653.46000000000004</cx:pt>
          <cx:pt idx="769">678.54999999999995</cx:pt>
          <cx:pt idx="770">314.38</cx:pt>
          <cx:pt idx="771">692.44000000000005</cx:pt>
          <cx:pt idx="772">604.87</cx:pt>
          <cx:pt idx="773">512.33000000000004</cx:pt>
          <cx:pt idx="774">20.539999999999999</cx:pt>
          <cx:pt idx="775">625.22000000000003</cx:pt>
          <cx:pt idx="776">21.190000000000001</cx:pt>
          <cx:pt idx="777">64.489999999999995</cx:pt>
          <cx:pt idx="778">246.84999999999999</cx:pt>
          <cx:pt idx="779">588.74000000000001</cx:pt>
          <cx:pt idx="780">184.47999999999999</cx:pt>
          <cx:pt idx="781">524.25999999999999</cx:pt>
          <cx:pt idx="782">493.63</cx:pt>
          <cx:pt idx="783">438.33999999999997</cx:pt>
          <cx:pt idx="784">325.81</cx:pt>
          <cx:pt idx="785">176.09999999999999</cx:pt>
          <cx:pt idx="786">45.310000000000002</cx:pt>
          <cx:pt idx="787">221.96000000000001</cx:pt>
          <cx:pt idx="788">601.42999999999995</cx:pt>
          <cx:pt idx="789">691.27999999999997</cx:pt>
          <cx:pt idx="790">417.88999999999999</cx:pt>
          <cx:pt idx="791">409.27999999999997</cx:pt>
          <cx:pt idx="792">356.35000000000002</cx:pt>
          <cx:pt idx="793">170.22</cx:pt>
          <cx:pt idx="794">384.85000000000002</cx:pt>
          <cx:pt idx="795">115.77</cx:pt>
          <cx:pt idx="796">579.54999999999995</cx:pt>
          <cx:pt idx="797">438.75999999999999</cx:pt>
          <cx:pt idx="798">488.35000000000002</cx:pt>
          <cx:pt idx="799">328.56</cx:pt>
          <cx:pt idx="800">68.390000000000001</cx:pt>
          <cx:pt idx="801">595.62</cx:pt>
          <cx:pt idx="802">644.63999999999999</cx:pt>
          <cx:pt idx="803">397.81</cx:pt>
          <cx:pt idx="804">236.5</cx:pt>
          <cx:pt idx="805">472.00999999999999</cx:pt>
          <cx:pt idx="806">253.75</cx:pt>
          <cx:pt idx="807">676.21000000000004</cx:pt>
          <cx:pt idx="808">134.05000000000001</cx:pt>
          <cx:pt idx="809">217.43000000000001</cx:pt>
          <cx:pt idx="810">553.55999999999995</cx:pt>
          <cx:pt idx="811">28.550000000000001</cx:pt>
          <cx:pt idx="812">255.25999999999999</cx:pt>
          <cx:pt idx="813">292.54000000000002</cx:pt>
          <cx:pt idx="814">147.50999999999999</cx:pt>
          <cx:pt idx="815">569.84000000000003</cx:pt>
          <cx:pt idx="816">574.78999999999996</cx:pt>
          <cx:pt idx="817">598.19000000000005</cx:pt>
          <cx:pt idx="818">390.83999999999997</cx:pt>
          <cx:pt idx="819">398.44999999999999</cx:pt>
          <cx:pt idx="820">623.80999999999995</cx:pt>
          <cx:pt idx="821">174.49000000000001</cx:pt>
          <cx:pt idx="822">479.56</cx:pt>
          <cx:pt idx="823">653.13</cx:pt>
          <cx:pt idx="824">481.10000000000002</cx:pt>
          <cx:pt idx="825">271.69</cx:pt>
          <cx:pt idx="826">463.81</cx:pt>
          <cx:pt idx="827">639.88</cx:pt>
          <cx:pt idx="828">404.57999999999998</cx:pt>
          <cx:pt idx="829">76.930000000000007</cx:pt>
          <cx:pt idx="830">190.63999999999999</cx:pt>
          <cx:pt idx="831">88.730000000000004</cx:pt>
          <cx:pt idx="832">485.70999999999998</cx:pt>
          <cx:pt idx="833">78.290000000000006</cx:pt>
          <cx:pt idx="834">22.140000000000001</cx:pt>
          <cx:pt idx="835">679.64999999999998</cx:pt>
          <cx:pt idx="836">178.44</cx:pt>
          <cx:pt idx="837">655.54999999999995</cx:pt>
          <cx:pt idx="838">577.08000000000004</cx:pt>
          <cx:pt idx="839">197.97</cx:pt>
          <cx:pt idx="840">411.94999999999999</cx:pt>
          <cx:pt idx="841">443.22000000000003</cx:pt>
          <cx:pt idx="842">364.13999999999999</cx:pt>
          <cx:pt idx="843">430.06</cx:pt>
          <cx:pt idx="844">320.92000000000002</cx:pt>
          <cx:pt idx="845">107.36</cx:pt>
          <cx:pt idx="846">359.86000000000001</cx:pt>
          <cx:pt idx="847">434.23000000000002</cx:pt>
          <cx:pt idx="848">645.85000000000002</cx:pt>
          <cx:pt idx="849">214.34999999999999</cx:pt>
          <cx:pt idx="850">638.5</cx:pt>
          <cx:pt idx="851">365.56999999999999</cx:pt>
          <cx:pt idx="852">568.04999999999995</cx:pt>
          <cx:pt idx="853">490.00999999999999</cx:pt>
          <cx:pt idx="854">372.60000000000002</cx:pt>
          <cx:pt idx="855">240.61000000000001</cx:pt>
          <cx:pt idx="856">586.62</cx:pt>
          <cx:pt idx="857">257.83999999999997</cx:pt>
          <cx:pt idx="858">435.66000000000003</cx:pt>
          <cx:pt idx="859">261.32999999999998</cx:pt>
          <cx:pt idx="860">422.54000000000002</cx:pt>
          <cx:pt idx="861">330.44999999999999</cx:pt>
          <cx:pt idx="862">120.81999999999999</cx:pt>
          <cx:pt idx="863">14.06</cx:pt>
          <cx:pt idx="864">491.11000000000001</cx:pt>
          <cx:pt idx="865">677.37</cx:pt>
          <cx:pt idx="866">189.25</cx:pt>
          <cx:pt idx="867">142.58000000000001</cx:pt>
          <cx:pt idx="868">316.31999999999999</cx:pt>
          <cx:pt idx="869">533.95000000000005</cx:pt>
          <cx:pt idx="870">470.08999999999997</cx:pt>
          <cx:pt idx="871">324.30000000000001</cx:pt>
          <cx:pt idx="872">629.34000000000003</cx:pt>
          <cx:pt idx="873">136.84</cx:pt>
          <cx:pt idx="874">488.89999999999998</cx:pt>
          <cx:pt idx="875">133.38999999999999</cx:pt>
          <cx:pt idx="876">608.90999999999997</cx:pt>
          <cx:pt idx="877">524.05999999999995</cx:pt>
          <cx:pt idx="878">330.69</cx:pt>
          <cx:pt idx="879">547.66999999999996</cx:pt>
          <cx:pt idx="880">233.69999999999999</cx:pt>
          <cx:pt idx="881">448.85000000000002</cx:pt>
          <cx:pt idx="882">274.12</cx:pt>
          <cx:pt idx="883">561.48000000000002</cx:pt>
          <cx:pt idx="884">595.53999999999996</cx:pt>
          <cx:pt idx="885">515.59000000000003</cx:pt>
          <cx:pt idx="886">460.13</cx:pt>
          <cx:pt idx="887">171.66</cx:pt>
          <cx:pt idx="888">266.94999999999999</cx:pt>
          <cx:pt idx="889">650.72000000000003</cx:pt>
          <cx:pt idx="890">439.52999999999997</cx:pt>
          <cx:pt idx="891">654.53999999999996</cx:pt>
          <cx:pt idx="892">394.52999999999997</cx:pt>
          <cx:pt idx="893">678.00999999999999</cx:pt>
          <cx:pt idx="894">575.00999999999999</cx:pt>
          <cx:pt idx="895">154.63999999999999</cx:pt>
          <cx:pt idx="896">147.28999999999999</cx:pt>
          <cx:pt idx="897">481.48000000000002</cx:pt>
          <cx:pt idx="898">158.37</cx:pt>
          <cx:pt idx="899">323.37</cx:pt>
          <cx:pt idx="900">73.829999999999998</cx:pt>
          <cx:pt idx="901">458.63</cx:pt>
          <cx:pt idx="902">180.25</cx:pt>
          <cx:pt idx="903">473.49000000000001</cx:pt>
          <cx:pt idx="904">237.43000000000001</cx:pt>
          <cx:pt idx="905">442.38999999999999</cx:pt>
          <cx:pt idx="906">62.119999999999997</cx:pt>
          <cx:pt idx="907">298.38999999999999</cx:pt>
          <cx:pt idx="908">697.92999999999995</cx:pt>
          <cx:pt idx="909">291.85000000000002</cx:pt>
          <cx:pt idx="910">308.98000000000002</cx:pt>
          <cx:pt idx="911">396.86000000000001</cx:pt>
          <cx:pt idx="912">139.69</cx:pt>
          <cx:pt idx="913">475.94999999999999</cx:pt>
          <cx:pt idx="914">626.60000000000002</cx:pt>
          <cx:pt idx="915">502.99000000000001</cx:pt>
          <cx:pt idx="916">578.83000000000004</cx:pt>
          <cx:pt idx="917">383.81999999999999</cx:pt>
          <cx:pt idx="918">368.25</cx:pt>
          <cx:pt idx="919">374.60000000000002</cx:pt>
          <cx:pt idx="920">428.08999999999997</cx:pt>
          <cx:pt idx="921">438.93000000000001</cx:pt>
          <cx:pt idx="922">563.82000000000005</cx:pt>
          <cx:pt idx="923">649.92999999999995</cx:pt>
          <cx:pt idx="924">268.43000000000001</cx:pt>
          <cx:pt idx="925">502.47000000000003</cx:pt>
          <cx:pt idx="926">26.949999999999999</cx:pt>
          <cx:pt idx="927">64.689999999999998</cx:pt>
          <cx:pt idx="928">247.11000000000001</cx:pt>
          <cx:pt idx="929">536.25</cx:pt>
          <cx:pt idx="930">456.04000000000002</cx:pt>
          <cx:pt idx="931">40.229999999999997</cx:pt>
          <cx:pt idx="932">72.390000000000001</cx:pt>
          <cx:pt idx="933">394.16000000000003</cx:pt>
          <cx:pt idx="934">119.84</cx:pt>
          <cx:pt idx="935">692.71000000000004</cx:pt>
          <cx:pt idx="936">56.659999999999997</cx:pt>
          <cx:pt idx="937">298.52999999999997</cx:pt>
          <cx:pt idx="938">331.45999999999998</cx:pt>
          <cx:pt idx="939">521.39999999999998</cx:pt>
          <cx:pt idx="940">305.31999999999999</cx:pt>
          <cx:pt idx="941">111.7</cx:pt>
          <cx:pt idx="942">479.75999999999999</cx:pt>
          <cx:pt idx="943">193.49000000000001</cx:pt>
          <cx:pt idx="944">426.22000000000003</cx:pt>
          <cx:pt idx="945">276.44</cx:pt>
          <cx:pt idx="946">404.95999999999998</cx:pt>
          <cx:pt idx="947">465.66000000000003</cx:pt>
          <cx:pt idx="948">594.07000000000005</cx:pt>
          <cx:pt idx="949">110.38</cx:pt>
          <cx:pt idx="950">596.24000000000001</cx:pt>
          <cx:pt idx="951">306.24000000000001</cx:pt>
          <cx:pt idx="952">503.38999999999999</cx:pt>
          <cx:pt idx="953">131.61000000000001</cx:pt>
          <cx:pt idx="954">443.44</cx:pt>
          <cx:pt idx="955">408.13</cx:pt>
          <cx:pt idx="956">160.97999999999999</cx:pt>
          <cx:pt idx="957">643.88999999999999</cx:pt>
          <cx:pt idx="958">158.66</cx:pt>
          <cx:pt idx="959">143.81999999999999</cx:pt>
          <cx:pt idx="960">379.06999999999999</cx:pt>
          <cx:pt idx="961">601.36000000000001</cx:pt>
          <cx:pt idx="962">142.08000000000001</cx:pt>
          <cx:pt idx="963">530.34000000000003</cx:pt>
          <cx:pt idx="964">364.42000000000002</cx:pt>
          <cx:pt idx="965">578.27999999999997</cx:pt>
          <cx:pt idx="966">280.51999999999998</cx:pt>
          <cx:pt idx="967">638.91999999999996</cx:pt>
          <cx:pt idx="968">412.19999999999999</cx:pt>
          <cx:pt idx="969">440.33999999999997</cx:pt>
          <cx:pt idx="970">627.14999999999998</cx:pt>
          <cx:pt idx="971">605.25999999999999</cx:pt>
          <cx:pt idx="972">90.269999999999996</cx:pt>
          <cx:pt idx="973">230.77000000000001</cx:pt>
          <cx:pt idx="974">266.77999999999997</cx:pt>
          <cx:pt idx="975">105.92</cx:pt>
          <cx:pt idx="976">589.29999999999995</cx:pt>
          <cx:pt idx="977">649.47000000000003</cx:pt>
          <cx:pt idx="978">107.48999999999999</cx:pt>
          <cx:pt idx="979">669.05999999999995</cx:pt>
          <cx:pt idx="980">69.650000000000006</cx:pt>
          <cx:pt idx="981">136.83000000000001</cx:pt>
          <cx:pt idx="982">304.11000000000001</cx:pt>
          <cx:pt idx="983">296.27999999999997</cx:pt>
          <cx:pt idx="984">77.640000000000001</cx:pt>
          <cx:pt idx="985">243.71000000000001</cx:pt>
          <cx:pt idx="986">644.96000000000004</cx:pt>
          <cx:pt idx="987">283.73000000000002</cx:pt>
          <cx:pt idx="988">629.55999999999995</cx:pt>
          <cx:pt idx="989">246.11000000000001</cx:pt>
          <cx:pt idx="990">418.25999999999999</cx:pt>
          <cx:pt idx="991">127.18000000000001</cx:pt>
          <cx:pt idx="992">586.21000000000004</cx:pt>
          <cx:pt idx="993">267.44999999999999</cx:pt>
          <cx:pt idx="994">615.64999999999998</cx:pt>
          <cx:pt idx="995">113.29000000000001</cx:pt>
          <cx:pt idx="996">473.86000000000001</cx:pt>
          <cx:pt idx="997">444.75</cx:pt>
          <cx:pt idx="998">183.66999999999999</cx:pt>
          <cx:pt idx="999">483.38</cx:pt>
          <cx:pt idx="1000">260.93000000000001</cx:pt>
          <cx:pt idx="1001">253.68000000000001</cx:pt>
          <cx:pt idx="1002">699.88</cx:pt>
          <cx:pt idx="1003">319.97000000000003</cx:pt>
          <cx:pt idx="1004">246.91</cx:pt>
          <cx:pt idx="1005">392.85000000000002</cx:pt>
          <cx:pt idx="1006">420.98000000000002</cx:pt>
          <cx:pt idx="1007">73.260000000000005</cx:pt>
          <cx:pt idx="1008">410.88</cx:pt>
          <cx:pt idx="1009">176.46000000000001</cx:pt>
          <cx:pt idx="1010">659.57000000000005</cx:pt>
          <cx:pt idx="1011">478.36000000000001</cx:pt>
          <cx:pt idx="1012">30.050000000000001</cx:pt>
          <cx:pt idx="1013">300.56</cx:pt>
          <cx:pt idx="1014">226.44999999999999</cx:pt>
          <cx:pt idx="1015">349.39999999999998</cx:pt>
          <cx:pt idx="1016">268.77999999999997</cx:pt>
          <cx:pt idx="1017">680.85000000000002</cx:pt>
          <cx:pt idx="1018">182.47999999999999</cx:pt>
          <cx:pt idx="1019">277.08999999999997</cx:pt>
          <cx:pt idx="1020">26.5</cx:pt>
          <cx:pt idx="1021">315.26999999999998</cx:pt>
          <cx:pt idx="1022">450.98000000000002</cx:pt>
          <cx:pt idx="1023">233.66999999999999</cx:pt>
          <cx:pt idx="1024">367.75</cx:pt>
          <cx:pt idx="1025">23.530000000000001</cx:pt>
          <cx:pt idx="1026">677.48000000000002</cx:pt>
          <cx:pt idx="1027">554.83000000000004</cx:pt>
          <cx:pt idx="1028">440.31</cx:pt>
          <cx:pt idx="1029">87.060000000000002</cx:pt>
          <cx:pt idx="1030">245.28</cx:pt>
          <cx:pt idx="1031">664.50999999999999</cx:pt>
          <cx:pt idx="1032">618.67999999999995</cx:pt>
          <cx:pt idx="1033">370.85000000000002</cx:pt>
          <cx:pt idx="1034">517.98000000000002</cx:pt>
          <cx:pt idx="1035">506.11000000000001</cx:pt>
          <cx:pt idx="1036">413.82999999999998</cx:pt>
          <cx:pt idx="1037">249.81</cx:pt>
          <cx:pt idx="1038">362.52999999999997</cx:pt>
          <cx:pt idx="1039">299.23000000000002</cx:pt>
          <cx:pt idx="1040">536.07000000000005</cx:pt>
          <cx:pt idx="1041">558.89999999999998</cx:pt>
          <cx:pt idx="1042">409.75</cx:pt>
          <cx:pt idx="1043">179.96000000000001</cx:pt>
          <cx:pt idx="1044">38.490000000000002</cx:pt>
          <cx:pt idx="1045">316.39999999999998</cx:pt>
          <cx:pt idx="1046">547.14999999999998</cx:pt>
          <cx:pt idx="1047">540.34000000000003</cx:pt>
          <cx:pt idx="1048">73.650000000000006</cx:pt>
          <cx:pt idx="1049">391.86000000000001</cx:pt>
          <cx:pt idx="1050">69.700000000000003</cx:pt>
          <cx:pt idx="1051">26.43</cx:pt>
          <cx:pt idx="1052">531.74000000000001</cx:pt>
          <cx:pt idx="1053">496.62</cx:pt>
          <cx:pt idx="1054">660.65999999999997</cx:pt>
          <cx:pt idx="1055">274.81999999999999</cx:pt>
          <cx:pt idx="1056">486.35000000000002</cx:pt>
          <cx:pt idx="1057">428.88</cx:pt>
          <cx:pt idx="1058">412.13999999999999</cx:pt>
          <cx:pt idx="1059">265.63999999999999</cx:pt>
          <cx:pt idx="1060">273.43000000000001</cx:pt>
          <cx:pt idx="1061">131.69999999999999</cx:pt>
          <cx:pt idx="1062">85.519999999999996</cx:pt>
          <cx:pt idx="1063">320.68000000000001</cx:pt>
          <cx:pt idx="1064">198.81</cx:pt>
          <cx:pt idx="1065">666.79999999999995</cx:pt>
          <cx:pt idx="1066">355.08999999999997</cx:pt>
          <cx:pt idx="1067">316.19999999999999</cx:pt>
          <cx:pt idx="1068">133.38999999999999</cx:pt>
          <cx:pt idx="1069">454.23000000000002</cx:pt>
          <cx:pt idx="1070">491.29000000000002</cx:pt>
          <cx:pt idx="1071">255.13999999999999</cx:pt>
          <cx:pt idx="1072">392.61000000000001</cx:pt>
          <cx:pt idx="1073">362.06</cx:pt>
          <cx:pt idx="1074">222.72999999999999</cx:pt>
          <cx:pt idx="1075">552.63</cx:pt>
          <cx:pt idx="1076">686.61000000000001</cx:pt>
          <cx:pt idx="1077">305.16000000000003</cx:pt>
          <cx:pt idx="1078">41.090000000000003</cx:pt>
          <cx:pt idx="1079">634</cx:pt>
          <cx:pt idx="1080">464.74000000000001</cx:pt>
          <cx:pt idx="1081">425.60000000000002</cx:pt>
          <cx:pt idx="1082">573.22000000000003</cx:pt>
          <cx:pt idx="1083">123.28</cx:pt>
          <cx:pt idx="1084">70.819999999999993</cx:pt>
          <cx:pt idx="1085">646.69000000000005</cx:pt>
          <cx:pt idx="1086">513.41999999999996</cx:pt>
          <cx:pt idx="1087">693.07000000000005</cx:pt>
          <cx:pt idx="1088">491.43000000000001</cx:pt>
          <cx:pt idx="1089">599.74000000000001</cx:pt>
          <cx:pt idx="1090">650.25</cx:pt>
          <cx:pt idx="1091">209.47999999999999</cx:pt>
          <cx:pt idx="1092">209.19999999999999</cx:pt>
          <cx:pt idx="1093">197.36000000000001</cx:pt>
          <cx:pt idx="1094">648.90999999999997</cx:pt>
          <cx:pt idx="1095">441.54000000000002</cx:pt>
          <cx:pt idx="1096">464.92000000000002</cx:pt>
          <cx:pt idx="1097">506.44999999999999</cx:pt>
          <cx:pt idx="1098">255.86000000000001</cx:pt>
          <cx:pt idx="1099">125.23</cx:pt>
          <cx:pt idx="1100">38.109999999999999</cx:pt>
          <cx:pt idx="1101">161.97</cx:pt>
          <cx:pt idx="1102">347.17000000000002</cx:pt>
          <cx:pt idx="1103">276.31999999999999</cx:pt>
          <cx:pt idx="1104">314.75999999999999</cx:pt>
          <cx:pt idx="1105">475.69</cx:pt>
          <cx:pt idx="1106">372.80000000000001</cx:pt>
          <cx:pt idx="1107">63.210000000000001</cx:pt>
          <cx:pt idx="1108">634.94000000000005</cx:pt>
          <cx:pt idx="1109">77.469999999999999</cx:pt>
          <cx:pt idx="1110">84.310000000000002</cx:pt>
          <cx:pt idx="1111">234.44999999999999</cx:pt>
          <cx:pt idx="1112">356.81</cx:pt>
          <cx:pt idx="1113">209.99000000000001</cx:pt>
          <cx:pt idx="1114">659.88</cx:pt>
          <cx:pt idx="1115">336.31999999999999</cx:pt>
          <cx:pt idx="1116">531.49000000000001</cx:pt>
          <cx:pt idx="1117">588.44000000000005</cx:pt>
          <cx:pt idx="1118">251.47999999999999</cx:pt>
          <cx:pt idx="1119">684.64999999999998</cx:pt>
          <cx:pt idx="1120">195.86000000000001</cx:pt>
          <cx:pt idx="1121">50.340000000000003</cx:pt>
          <cx:pt idx="1122">678.19000000000005</cx:pt>
          <cx:pt idx="1123">554.25</cx:pt>
          <cx:pt idx="1124">576.87</cx:pt>
          <cx:pt idx="1125">408.36000000000001</cx:pt>
          <cx:pt idx="1126">190.11000000000001</cx:pt>
          <cx:pt idx="1127">602.75</cx:pt>
          <cx:pt idx="1128">646.78999999999996</cx:pt>
          <cx:pt idx="1129">418.70999999999998</cx:pt>
          <cx:pt idx="1130">323.44999999999999</cx:pt>
          <cx:pt idx="1131">694.5</cx:pt>
          <cx:pt idx="1132">337.31999999999999</cx:pt>
          <cx:pt idx="1133">467.91000000000003</cx:pt>
          <cx:pt idx="1134">38.280000000000001</cx:pt>
          <cx:pt idx="1135">73.409999999999997</cx:pt>
          <cx:pt idx="1136">668.33000000000004</cx:pt>
          <cx:pt idx="1137">410.20999999999998</cx:pt>
          <cx:pt idx="1138">294.41000000000003</cx:pt>
          <cx:pt idx="1139">501.81999999999999</cx:pt>
          <cx:pt idx="1140">552.83000000000004</cx:pt>
          <cx:pt idx="1141">498.66000000000003</cx:pt>
          <cx:pt idx="1142">695.10000000000002</cx:pt>
          <cx:pt idx="1143">381.61000000000001</cx:pt>
          <cx:pt idx="1144">507.94</cx:pt>
          <cx:pt idx="1145">571.52999999999997</cx:pt>
          <cx:pt idx="1146">421.44</cx:pt>
          <cx:pt idx="1147">588.29999999999995</cx:pt>
          <cx:pt idx="1148">355.14999999999998</cx:pt>
          <cx:pt idx="1149">695.28999999999996</cx:pt>
          <cx:pt idx="1150">302.64999999999998</cx:pt>
          <cx:pt idx="1151">608.03999999999996</cx:pt>
          <cx:pt idx="1152">344.18000000000001</cx:pt>
          <cx:pt idx="1153">696.71000000000004</cx:pt>
          <cx:pt idx="1154">198.63</cx:pt>
          <cx:pt idx="1155">534.57000000000005</cx:pt>
          <cx:pt idx="1156">690.77999999999997</cx:pt>
          <cx:pt idx="1157">301.55000000000001</cx:pt>
          <cx:pt idx="1158">27.420000000000002</cx:pt>
          <cx:pt idx="1159">466.69999999999999</cx:pt>
          <cx:pt idx="1160">541.63999999999999</cx:pt>
          <cx:pt idx="1161">11.390000000000001</cx:pt>
          <cx:pt idx="1162">224.37</cx:pt>
          <cx:pt idx="1163">306.29000000000002</cx:pt>
          <cx:pt idx="1164">315.56999999999999</cx:pt>
          <cx:pt idx="1165">223.78999999999999</cx:pt>
          <cx:pt idx="1166">324.47000000000003</cx:pt>
          <cx:pt idx="1167">92.870000000000005</cx:pt>
          <cx:pt idx="1168">331.42000000000002</cx:pt>
          <cx:pt idx="1169">525.42999999999995</cx:pt>
          <cx:pt idx="1170">697.19000000000005</cx:pt>
          <cx:pt idx="1171">518.39999999999998</cx:pt>
          <cx:pt idx="1172">131.96000000000001</cx:pt>
          <cx:pt idx="1173">208.36000000000001</cx:pt>
          <cx:pt idx="1174">222.34</cx:pt>
          <cx:pt idx="1175">91.739999999999995</cx:pt>
          <cx:pt idx="1176">213.83000000000001</cx:pt>
          <cx:pt idx="1177">127.55</cx:pt>
          <cx:pt idx="1178">70.239999999999995</cx:pt>
          <cx:pt idx="1179">518.54999999999995</cx:pt>
          <cx:pt idx="1180">298.36000000000001</cx:pt>
          <cx:pt idx="1181">158.74000000000001</cx:pt>
          <cx:pt idx="1182">420.29000000000002</cx:pt>
          <cx:pt idx="1183">281.51999999999998</cx:pt>
          <cx:pt idx="1184">204.08000000000001</cx:pt>
          <cx:pt idx="1185">343.31</cx:pt>
          <cx:pt idx="1186">163.31999999999999</cx:pt>
          <cx:pt idx="1187">184.59999999999999</cx:pt>
          <cx:pt idx="1188">371.29000000000002</cx:pt>
          <cx:pt idx="1189">389.22000000000003</cx:pt>
          <cx:pt idx="1190">616.38999999999999</cx:pt>
          <cx:pt idx="1191">376.43000000000001</cx:pt>
          <cx:pt idx="1192">432.85000000000002</cx:pt>
          <cx:pt idx="1193">687.88999999999999</cx:pt>
          <cx:pt idx="1194">189.44</cx:pt>
          <cx:pt idx="1195">107.04000000000001</cx:pt>
          <cx:pt idx="1196">662.52999999999997</cx:pt>
          <cx:pt idx="1197">436.83999999999997</cx:pt>
          <cx:pt idx="1198">262.51999999999998</cx:pt>
          <cx:pt idx="1199">560.58000000000004</cx:pt>
        </cx:lvl>
      </cx:numDim>
    </cx:data>
  </cx:chartData>
  <cx:chart>
    <cx:title pos="t" align="ctr" overlay="0">
      <cx:tx>
        <cx:txData>
          <cx:v>Unit Price</cx:v>
        </cx:txData>
      </cx:tx>
      <cx:txPr>
        <a:bodyPr spcFirstLastPara="1" vertOverflow="ellipsis" horzOverflow="overflow" wrap="square" lIns="0" tIns="0" rIns="0" bIns="0" anchor="ctr" anchorCtr="1"/>
        <a:lstStyle/>
        <a:p>
          <a:pPr algn="ctr" rtl="0">
            <a:defRPr b="1"/>
          </a:pPr>
          <a:r>
            <a:rPr lang="en-US" sz="1400" b="1" i="0" u="none" strike="noStrike" baseline="0">
              <a:solidFill>
                <a:sysClr val="windowText" lastClr="000000">
                  <a:lumMod val="65000"/>
                  <a:lumOff val="35000"/>
                </a:sysClr>
              </a:solidFill>
              <a:latin typeface="Calibri" panose="020F0502020204030204"/>
            </a:rPr>
            <a:t>Unit Price</a:t>
          </a:r>
        </a:p>
      </cx:txPr>
    </cx:title>
    <cx:plotArea>
      <cx:plotAreaRegion>
        <cx:series layoutId="boxWhisker" uniqueId="{7F34BE76-4A2F-4DEA-BBFC-70D97F7ED617}">
          <cx:dataLabels>
            <cx:txPr>
              <a:bodyPr spcFirstLastPara="1" vertOverflow="ellipsis" horzOverflow="overflow" wrap="square" lIns="0" tIns="0" rIns="0" bIns="0" anchor="ctr" anchorCtr="1"/>
              <a:lstStyle/>
              <a:p>
                <a:pPr algn="ctr" rtl="0">
                  <a:defRPr b="1"/>
                </a:pPr>
                <a:endParaRPr lang="en-US" sz="900" b="1" i="0" u="none" strike="noStrike" baseline="0">
                  <a:solidFill>
                    <a:prstClr val="black">
                      <a:lumMod val="65000"/>
                      <a:lumOff val="35000"/>
                    </a:prstClr>
                  </a:solidFill>
                  <a:latin typeface="Calibri" panose="020F0502020204030204"/>
                </a:endParaRPr>
              </a:p>
            </cx:txPr>
            <cx:visibility seriesName="0" categoryName="0" value="1"/>
            <cx:dataLabel idx="1203">
              <cx:txPr>
                <a:bodyPr spcFirstLastPara="1" vertOverflow="ellipsis" horzOverflow="overflow" wrap="square" lIns="0" tIns="0" rIns="0" bIns="0" anchor="ctr" anchorCtr="1"/>
                <a:lstStyle/>
                <a:p>
                  <a:pPr algn="ctr" rtl="0">
                    <a:defRPr>
                      <a:solidFill>
                        <a:schemeClr val="bg1"/>
                      </a:solidFill>
                    </a:defRPr>
                  </a:pPr>
                  <a:r>
                    <a:rPr lang="en-US" sz="900" b="0" i="0" u="none" strike="noStrike" baseline="0">
                      <a:solidFill>
                        <a:schemeClr val="bg1"/>
                      </a:solidFill>
                      <a:latin typeface="Calibri" panose="020F0502020204030204"/>
                    </a:rPr>
                    <a:t>₹356.41</a:t>
                  </a:r>
                </a:p>
              </cx:txPr>
              <cx:visibility seriesName="0" categoryName="0" value="1"/>
            </cx:dataLabel>
          </cx:dataLabels>
          <cx:dataId val="0"/>
          <cx:layoutPr>
            <cx:visibility meanLine="0" meanMarker="1" nonoutliers="0" outliers="1"/>
            <cx:statistics quartileMethod="exclusive"/>
          </cx:layoutPr>
        </cx:series>
      </cx:plotAreaRegion>
      <cx:axis id="0">
        <cx:catScaling gapWidth="1"/>
        <cx:tickLabels/>
      </cx:axis>
      <cx:axis id="1">
        <cx:valScaling/>
        <cx:tickLabels/>
        <cx:txPr>
          <a:bodyPr spcFirstLastPara="1" vertOverflow="ellipsis" horzOverflow="overflow" wrap="square" lIns="0" tIns="0" rIns="0" bIns="0" anchor="ctr" anchorCtr="1"/>
          <a:lstStyle/>
          <a:p>
            <a:pPr algn="ctr" rtl="0">
              <a:defRPr b="1"/>
            </a:pPr>
            <a:endParaRPr lang="en-US" sz="900" b="1" i="0" u="none" strike="noStrike" baseline="0">
              <a:solidFill>
                <a:prstClr val="black">
                  <a:lumMod val="65000"/>
                  <a:lumOff val="35000"/>
                </a:prstClr>
              </a:solidFill>
              <a:latin typeface="Calibri" panose="020F0502020204030204"/>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84075-6854-4D71-8FC4-75F3BDE9FF10}" type="datetimeFigureOut">
              <a:rPr lang="en-NG" smtClean="0"/>
              <a:t>15/06/2026</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DD8254-18DD-4FED-B5DC-82A3C29A8E04}" type="slidenum">
              <a:rPr lang="en-NG" smtClean="0"/>
              <a:t>‹#›</a:t>
            </a:fld>
            <a:endParaRPr lang="en-NG"/>
          </a:p>
        </p:txBody>
      </p:sp>
    </p:spTree>
    <p:extLst>
      <p:ext uri="{BB962C8B-B14F-4D97-AF65-F5344CB8AC3E}">
        <p14:creationId xmlns:p14="http://schemas.microsoft.com/office/powerpoint/2010/main" val="1874295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ABDD8254-18DD-4FED-B5DC-82A3C29A8E04}" type="slidenum">
              <a:rPr lang="en-NG" smtClean="0"/>
              <a:t>7</a:t>
            </a:fld>
            <a:endParaRPr lang="en-NG"/>
          </a:p>
        </p:txBody>
      </p:sp>
    </p:spTree>
    <p:extLst>
      <p:ext uri="{BB962C8B-B14F-4D97-AF65-F5344CB8AC3E}">
        <p14:creationId xmlns:p14="http://schemas.microsoft.com/office/powerpoint/2010/main" val="668762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9B7DE-B8E2-2868-C826-00B9A482A8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886508B1-F727-55A8-2562-A83CC2DD06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D2F6545E-5F90-676B-59BC-7587066D34B4}"/>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5" name="Footer Placeholder 4">
            <a:extLst>
              <a:ext uri="{FF2B5EF4-FFF2-40B4-BE49-F238E27FC236}">
                <a16:creationId xmlns:a16="http://schemas.microsoft.com/office/drawing/2014/main" id="{CB9E381B-2A5C-D146-2195-AA43022787D6}"/>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B03218EF-B0FC-D8A3-8A37-020B8C2A995B}"/>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1994945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2047C-2970-F60A-BEF0-74610136CB2C}"/>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B386DC96-48AB-3499-19E1-E8DBA16C03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FF5D992E-6B7F-0DA9-06A5-22C01939B781}"/>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5" name="Footer Placeholder 4">
            <a:extLst>
              <a:ext uri="{FF2B5EF4-FFF2-40B4-BE49-F238E27FC236}">
                <a16:creationId xmlns:a16="http://schemas.microsoft.com/office/drawing/2014/main" id="{901A236A-8358-07FC-FCB7-CCEFCD15BE29}"/>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6A165561-7C73-D91D-3297-9F3C4E72BB97}"/>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508240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2B9D8-6716-AF08-0298-B14FA5A6A9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F0933CF5-6C05-A319-40D5-BA4961B369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0CE974-F09C-3631-DB8C-76BAFE2B4645}"/>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5" name="Footer Placeholder 4">
            <a:extLst>
              <a:ext uri="{FF2B5EF4-FFF2-40B4-BE49-F238E27FC236}">
                <a16:creationId xmlns:a16="http://schemas.microsoft.com/office/drawing/2014/main" id="{FBF87D62-07AC-9537-5404-916110E3120E}"/>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F998A69B-7B8C-C003-5E14-1F46D18CD150}"/>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4072072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F30A8-A0CC-72C1-41A3-360E9DAB9816}"/>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8DEEBC71-F1AD-F04F-C86C-3EB3FA4129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2F2612A1-E0A4-05E9-DBB4-092D6AD6C9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0405EC7B-652B-534E-6D03-2971B1E442CC}"/>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6" name="Footer Placeholder 5">
            <a:extLst>
              <a:ext uri="{FF2B5EF4-FFF2-40B4-BE49-F238E27FC236}">
                <a16:creationId xmlns:a16="http://schemas.microsoft.com/office/drawing/2014/main" id="{4032C4B2-2169-CAD1-707E-7593D2B53CD7}"/>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4D6A2578-DAB4-83A0-A494-35763046AA37}"/>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95583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50C6C-B97A-97BD-2584-D34BD067DC44}"/>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909B8324-CE95-F4A9-46D6-BEE90F8295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DFB3A2-2C5D-AC36-ECBD-3BA4B2D052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1F6E2EBF-DEF0-8D64-6EDF-C546AA8693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1FE862-2252-D6D8-B0FA-651E50E37C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7F0E795E-DE9D-9607-4F1D-E4E77D40BA6B}"/>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8" name="Footer Placeholder 7">
            <a:extLst>
              <a:ext uri="{FF2B5EF4-FFF2-40B4-BE49-F238E27FC236}">
                <a16:creationId xmlns:a16="http://schemas.microsoft.com/office/drawing/2014/main" id="{85B042BB-3B38-382C-2221-C55C16B5A1E7}"/>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B3022E0A-356A-1EA4-5DA2-F690B0D70E45}"/>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42862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81A7C-8700-AE90-5757-D712068D9C97}"/>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0B137570-F780-D88B-88DB-719C603F6052}"/>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4" name="Footer Placeholder 3">
            <a:extLst>
              <a:ext uri="{FF2B5EF4-FFF2-40B4-BE49-F238E27FC236}">
                <a16:creationId xmlns:a16="http://schemas.microsoft.com/office/drawing/2014/main" id="{6091F37E-0CF5-F3F8-2B2B-7F3FF62F2726}"/>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9DEAB9A4-D2FA-DF15-2927-35CFC2803434}"/>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581183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BBAC9D-2C3F-360A-B685-ABD9705DD433}"/>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3" name="Footer Placeholder 2">
            <a:extLst>
              <a:ext uri="{FF2B5EF4-FFF2-40B4-BE49-F238E27FC236}">
                <a16:creationId xmlns:a16="http://schemas.microsoft.com/office/drawing/2014/main" id="{87C413D8-0E17-B688-07EA-DEFB623AD6BB}"/>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F9A77F2A-5BD7-CFAD-59B2-D65B01B1DCB4}"/>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1857449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41C33-058E-D82C-CA8F-75FB84F068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0AFEF932-FD01-F38A-E6FF-7847CBF1C8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E79D8B0F-FE79-2491-6084-0496587DFB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8DAA1B-B1A7-AF6C-38BD-14E8CCD35618}"/>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6" name="Footer Placeholder 5">
            <a:extLst>
              <a:ext uri="{FF2B5EF4-FFF2-40B4-BE49-F238E27FC236}">
                <a16:creationId xmlns:a16="http://schemas.microsoft.com/office/drawing/2014/main" id="{F4EDB3BA-3EA6-81C1-8A3A-6BFA076AC6D0}"/>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2AC88ED5-95BA-D58B-ED89-A367B59C5537}"/>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701507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2474D-51EB-FB00-4347-7839358D8E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B60B20E5-FCF1-8FDC-6B2D-30A2ED3216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09D45FEA-0763-F7AE-579F-5CAC338B14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863494-19A3-E4CF-325A-A33E6782D515}"/>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6" name="Footer Placeholder 5">
            <a:extLst>
              <a:ext uri="{FF2B5EF4-FFF2-40B4-BE49-F238E27FC236}">
                <a16:creationId xmlns:a16="http://schemas.microsoft.com/office/drawing/2014/main" id="{B1BB1D7A-24B9-07C8-9739-7A902E85B429}"/>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29E11D69-BA4B-4802-9E72-42147E61F066}"/>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204348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74208-178E-2EAA-E0FF-061F89A46EB2}"/>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18BE2F41-10EC-19F7-85F8-F0150D1232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4BEDCB5-E67B-2615-7DCC-2201D1CD1C29}"/>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5" name="Footer Placeholder 4">
            <a:extLst>
              <a:ext uri="{FF2B5EF4-FFF2-40B4-BE49-F238E27FC236}">
                <a16:creationId xmlns:a16="http://schemas.microsoft.com/office/drawing/2014/main" id="{6EF93539-0A66-EEC0-9522-8CD0C391ABB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877100B9-B31E-EA66-186C-E5E7A1DD4DE7}"/>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3833800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446E12-6B68-80CB-7177-A5AF163978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F8AC9D0F-9B37-0D53-20CC-C62B42ACC1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905A54AC-4895-EC25-5465-1CDABFA6558D}"/>
              </a:ext>
            </a:extLst>
          </p:cNvPr>
          <p:cNvSpPr>
            <a:spLocks noGrp="1"/>
          </p:cNvSpPr>
          <p:nvPr>
            <p:ph type="dt" sz="half" idx="10"/>
          </p:nvPr>
        </p:nvSpPr>
        <p:spPr/>
        <p:txBody>
          <a:bodyPr/>
          <a:lstStyle/>
          <a:p>
            <a:fld id="{4582651F-0114-4D08-8A6E-57F3A31E0A2C}" type="datetimeFigureOut">
              <a:rPr lang="en-NG" smtClean="0"/>
              <a:t>15/06/2026</a:t>
            </a:fld>
            <a:endParaRPr lang="en-NG"/>
          </a:p>
        </p:txBody>
      </p:sp>
      <p:sp>
        <p:nvSpPr>
          <p:cNvPr id="5" name="Footer Placeholder 4">
            <a:extLst>
              <a:ext uri="{FF2B5EF4-FFF2-40B4-BE49-F238E27FC236}">
                <a16:creationId xmlns:a16="http://schemas.microsoft.com/office/drawing/2014/main" id="{6582A858-44A2-CEBE-9E79-7ECBA19BF275}"/>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4D5196DD-AB46-920E-921E-5343C8F691CA}"/>
              </a:ext>
            </a:extLst>
          </p:cNvPr>
          <p:cNvSpPr>
            <a:spLocks noGrp="1"/>
          </p:cNvSpPr>
          <p:nvPr>
            <p:ph type="sldNum" sz="quarter" idx="12"/>
          </p:nvPr>
        </p:nvSpPr>
        <p:spPr/>
        <p:txBody>
          <a:bodyPr/>
          <a:lstStyle/>
          <a:p>
            <a:fld id="{DD374F8F-0664-4206-9E9E-ED8F9D031EA0}" type="slidenum">
              <a:rPr lang="en-NG" smtClean="0"/>
              <a:t>‹#›</a:t>
            </a:fld>
            <a:endParaRPr lang="en-NG"/>
          </a:p>
        </p:txBody>
      </p:sp>
    </p:spTree>
    <p:extLst>
      <p:ext uri="{BB962C8B-B14F-4D97-AF65-F5344CB8AC3E}">
        <p14:creationId xmlns:p14="http://schemas.microsoft.com/office/powerpoint/2010/main" val="455033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E016AD-FC14-017E-A49C-EC987B2311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1BC0B463-5B0E-7553-3EF4-11620BD922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82A75CDC-620B-164D-16E7-36CDA1AD51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582651F-0114-4D08-8A6E-57F3A31E0A2C}" type="datetimeFigureOut">
              <a:rPr lang="en-NG" smtClean="0"/>
              <a:t>15/06/2026</a:t>
            </a:fld>
            <a:endParaRPr lang="en-NG"/>
          </a:p>
        </p:txBody>
      </p:sp>
      <p:sp>
        <p:nvSpPr>
          <p:cNvPr id="5" name="Footer Placeholder 4">
            <a:extLst>
              <a:ext uri="{FF2B5EF4-FFF2-40B4-BE49-F238E27FC236}">
                <a16:creationId xmlns:a16="http://schemas.microsoft.com/office/drawing/2014/main" id="{39F8297D-D9AB-5556-87F4-2CD9A163DD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G"/>
          </a:p>
        </p:txBody>
      </p:sp>
      <p:sp>
        <p:nvSpPr>
          <p:cNvPr id="6" name="Slide Number Placeholder 5">
            <a:extLst>
              <a:ext uri="{FF2B5EF4-FFF2-40B4-BE49-F238E27FC236}">
                <a16:creationId xmlns:a16="http://schemas.microsoft.com/office/drawing/2014/main" id="{FC38A30C-E7A0-749C-E0AE-314AC01B53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374F8F-0664-4206-9E9E-ED8F9D031EA0}" type="slidenum">
              <a:rPr lang="en-NG" smtClean="0"/>
              <a:t>‹#›</a:t>
            </a:fld>
            <a:endParaRPr lang="en-NG"/>
          </a:p>
        </p:txBody>
      </p:sp>
    </p:spTree>
    <p:extLst>
      <p:ext uri="{BB962C8B-B14F-4D97-AF65-F5344CB8AC3E}">
        <p14:creationId xmlns:p14="http://schemas.microsoft.com/office/powerpoint/2010/main" val="277652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microsoft.com/office/2014/relationships/chartEx" Target="../charts/chartEx1.xml"/><Relationship Id="rId1" Type="http://schemas.openxmlformats.org/officeDocument/2006/relationships/slideLayout" Target="../slideLayouts/slideLayout2.xml"/><Relationship Id="rId6" Type="http://schemas.microsoft.com/office/2014/relationships/chartEx" Target="../charts/chartEx3.xml"/><Relationship Id="rId5" Type="http://schemas.openxmlformats.org/officeDocument/2006/relationships/image" Target="../media/image3.png"/><Relationship Id="rId4" Type="http://schemas.microsoft.com/office/2014/relationships/chartEx" Target="../charts/chartEx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63A73-F4EB-3A22-7D71-19B22D904D83}"/>
              </a:ext>
            </a:extLst>
          </p:cNvPr>
          <p:cNvSpPr>
            <a:spLocks noGrp="1"/>
          </p:cNvSpPr>
          <p:nvPr>
            <p:ph type="ctrTitle"/>
          </p:nvPr>
        </p:nvSpPr>
        <p:spPr/>
        <p:txBody>
          <a:bodyPr/>
          <a:lstStyle/>
          <a:p>
            <a:r>
              <a:rPr lang="en-GB" dirty="0"/>
              <a:t>EXECUTIVE SUMMARY </a:t>
            </a:r>
            <a:endParaRPr lang="en-NG" dirty="0"/>
          </a:p>
        </p:txBody>
      </p:sp>
      <p:sp>
        <p:nvSpPr>
          <p:cNvPr id="3" name="Subtitle 2">
            <a:extLst>
              <a:ext uri="{FF2B5EF4-FFF2-40B4-BE49-F238E27FC236}">
                <a16:creationId xmlns:a16="http://schemas.microsoft.com/office/drawing/2014/main" id="{3DB43E4F-BC86-C7E1-A893-74FEFC272A80}"/>
              </a:ext>
            </a:extLst>
          </p:cNvPr>
          <p:cNvSpPr>
            <a:spLocks noGrp="1"/>
          </p:cNvSpPr>
          <p:nvPr>
            <p:ph type="subTitle" idx="1"/>
          </p:nvPr>
        </p:nvSpPr>
        <p:spPr/>
        <p:txBody>
          <a:bodyPr/>
          <a:lstStyle/>
          <a:p>
            <a:r>
              <a:rPr lang="en-GB" dirty="0"/>
              <a:t>DECODES LAB INTERNSHIP PROJECT</a:t>
            </a:r>
          </a:p>
          <a:p>
            <a:r>
              <a:rPr lang="en-GB" dirty="0"/>
              <a:t>NASIR MARYAM</a:t>
            </a:r>
            <a:endParaRPr lang="en-NG" dirty="0"/>
          </a:p>
        </p:txBody>
      </p:sp>
    </p:spTree>
    <p:extLst>
      <p:ext uri="{BB962C8B-B14F-4D97-AF65-F5344CB8AC3E}">
        <p14:creationId xmlns:p14="http://schemas.microsoft.com/office/powerpoint/2010/main" val="538370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23A09-0A7A-8E6C-7DBE-CFD0FA660B60}"/>
              </a:ext>
            </a:extLst>
          </p:cNvPr>
          <p:cNvSpPr>
            <a:spLocks noGrp="1"/>
          </p:cNvSpPr>
          <p:nvPr>
            <p:ph type="title"/>
          </p:nvPr>
        </p:nvSpPr>
        <p:spPr/>
        <p:txBody>
          <a:bodyPr/>
          <a:lstStyle/>
          <a:p>
            <a:r>
              <a:rPr lang="en-GB" dirty="0"/>
              <a:t>DATA SET OVERVIEW</a:t>
            </a:r>
            <a:endParaRPr lang="en-NG" dirty="0"/>
          </a:p>
        </p:txBody>
      </p:sp>
      <p:sp>
        <p:nvSpPr>
          <p:cNvPr id="3" name="Content Placeholder 2">
            <a:extLst>
              <a:ext uri="{FF2B5EF4-FFF2-40B4-BE49-F238E27FC236}">
                <a16:creationId xmlns:a16="http://schemas.microsoft.com/office/drawing/2014/main" id="{868A092F-B9CC-FE43-00AA-C285F5FA775B}"/>
              </a:ext>
            </a:extLst>
          </p:cNvPr>
          <p:cNvSpPr>
            <a:spLocks noGrp="1"/>
          </p:cNvSpPr>
          <p:nvPr>
            <p:ph idx="1"/>
          </p:nvPr>
        </p:nvSpPr>
        <p:spPr/>
        <p:txBody>
          <a:bodyPr/>
          <a:lstStyle/>
          <a:p>
            <a:pPr marL="0" indent="0">
              <a:buNone/>
            </a:pPr>
            <a:r>
              <a:rPr lang="en-GB" dirty="0"/>
              <a:t>The dataset contains sales transaction records spanning a period of three years. It includes information on products sold, quantity sold, unit price, total price, payment methods, order status, transaction dates, coupon codes and referral sources .</a:t>
            </a:r>
          </a:p>
          <a:p>
            <a:pPr marL="0" indent="0">
              <a:buNone/>
            </a:pPr>
            <a:r>
              <a:rPr lang="en-GB" dirty="0"/>
              <a:t>The data set was used to analyse sales performance and overall business performance </a:t>
            </a:r>
            <a:endParaRPr lang="en-NG" dirty="0"/>
          </a:p>
          <a:p>
            <a:pPr marL="0" indent="0">
              <a:buNone/>
            </a:pPr>
            <a:r>
              <a:rPr lang="en-GB" dirty="0"/>
              <a:t> </a:t>
            </a:r>
            <a:endParaRPr lang="en-NG" dirty="0"/>
          </a:p>
        </p:txBody>
      </p:sp>
    </p:spTree>
    <p:extLst>
      <p:ext uri="{BB962C8B-B14F-4D97-AF65-F5344CB8AC3E}">
        <p14:creationId xmlns:p14="http://schemas.microsoft.com/office/powerpoint/2010/main" val="4201745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E7CA63-B498-7036-835C-BAA38B5DB5D4}"/>
              </a:ext>
            </a:extLst>
          </p:cNvPr>
          <p:cNvSpPr>
            <a:spLocks noGrp="1"/>
          </p:cNvSpPr>
          <p:nvPr>
            <p:ph type="title"/>
          </p:nvPr>
        </p:nvSpPr>
        <p:spPr/>
        <p:txBody>
          <a:bodyPr/>
          <a:lstStyle/>
          <a:p>
            <a:r>
              <a:rPr lang="en-GB" dirty="0"/>
              <a:t>PROBLEM STATEMENT</a:t>
            </a:r>
            <a:endParaRPr lang="en-NG" dirty="0"/>
          </a:p>
        </p:txBody>
      </p:sp>
      <p:sp>
        <p:nvSpPr>
          <p:cNvPr id="3" name="Content Placeholder 2">
            <a:extLst>
              <a:ext uri="{FF2B5EF4-FFF2-40B4-BE49-F238E27FC236}">
                <a16:creationId xmlns:a16="http://schemas.microsoft.com/office/drawing/2014/main" id="{75BE0696-927C-DF9A-5630-6FF726E54E33}"/>
              </a:ext>
            </a:extLst>
          </p:cNvPr>
          <p:cNvSpPr>
            <a:spLocks noGrp="1"/>
          </p:cNvSpPr>
          <p:nvPr>
            <p:ph idx="1"/>
          </p:nvPr>
        </p:nvSpPr>
        <p:spPr/>
        <p:txBody>
          <a:bodyPr/>
          <a:lstStyle/>
          <a:p>
            <a:r>
              <a:rPr lang="en-GB" dirty="0"/>
              <a:t>How are sales performing across products, customers and time period </a:t>
            </a:r>
          </a:p>
          <a:p>
            <a:r>
              <a:rPr lang="en-GB" dirty="0"/>
              <a:t>What are the ways to improve the overall sales of the business</a:t>
            </a:r>
          </a:p>
          <a:p>
            <a:pPr marL="0" indent="0">
              <a:buNone/>
            </a:pPr>
            <a:r>
              <a:rPr lang="en-GB" dirty="0"/>
              <a:t>  </a:t>
            </a:r>
            <a:endParaRPr lang="en-NG" dirty="0"/>
          </a:p>
        </p:txBody>
      </p:sp>
    </p:spTree>
    <p:extLst>
      <p:ext uri="{BB962C8B-B14F-4D97-AF65-F5344CB8AC3E}">
        <p14:creationId xmlns:p14="http://schemas.microsoft.com/office/powerpoint/2010/main" val="2422597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9339C-EBDB-B197-2F60-6AED8F02BD1F}"/>
              </a:ext>
            </a:extLst>
          </p:cNvPr>
          <p:cNvSpPr>
            <a:spLocks noGrp="1"/>
          </p:cNvSpPr>
          <p:nvPr>
            <p:ph type="title"/>
          </p:nvPr>
        </p:nvSpPr>
        <p:spPr/>
        <p:txBody>
          <a:bodyPr/>
          <a:lstStyle/>
          <a:p>
            <a:r>
              <a:rPr lang="en-GB" dirty="0"/>
              <a:t>METHODOLOGY</a:t>
            </a:r>
            <a:endParaRPr lang="en-NG" dirty="0"/>
          </a:p>
        </p:txBody>
      </p:sp>
      <p:sp>
        <p:nvSpPr>
          <p:cNvPr id="3" name="Content Placeholder 2">
            <a:extLst>
              <a:ext uri="{FF2B5EF4-FFF2-40B4-BE49-F238E27FC236}">
                <a16:creationId xmlns:a16="http://schemas.microsoft.com/office/drawing/2014/main" id="{170A0A8F-FA9F-0F9B-C066-306485C246A2}"/>
              </a:ext>
            </a:extLst>
          </p:cNvPr>
          <p:cNvSpPr>
            <a:spLocks noGrp="1"/>
          </p:cNvSpPr>
          <p:nvPr>
            <p:ph idx="1"/>
          </p:nvPr>
        </p:nvSpPr>
        <p:spPr/>
        <p:txBody>
          <a:bodyPr>
            <a:normAutofit fontScale="92500"/>
          </a:bodyPr>
          <a:lstStyle/>
          <a:p>
            <a:pPr marL="0" indent="0">
              <a:buNone/>
            </a:pPr>
            <a:r>
              <a:rPr lang="en-GB" dirty="0"/>
              <a:t>DATA CLEANING: data cleaning was performed in power Query. A total of 309 null values in the </a:t>
            </a:r>
            <a:r>
              <a:rPr lang="en-GB" i="1" dirty="0"/>
              <a:t>coupon code </a:t>
            </a:r>
            <a:r>
              <a:rPr lang="en-GB" dirty="0"/>
              <a:t>were replaced with “not available”. The </a:t>
            </a:r>
            <a:r>
              <a:rPr lang="en-GB" i="1" dirty="0"/>
              <a:t>Order ID </a:t>
            </a:r>
            <a:r>
              <a:rPr lang="en-GB" dirty="0"/>
              <a:t>column was checked for duplicates, none were found. Data integrity was verified across all fields. The </a:t>
            </a:r>
            <a:r>
              <a:rPr lang="en-GB" i="1" dirty="0"/>
              <a:t>total price </a:t>
            </a:r>
            <a:r>
              <a:rPr lang="en-GB" dirty="0"/>
              <a:t>and </a:t>
            </a:r>
            <a:r>
              <a:rPr lang="en-GB" i="1" dirty="0"/>
              <a:t>unit price </a:t>
            </a:r>
            <a:r>
              <a:rPr lang="en-GB" dirty="0"/>
              <a:t>columns were formatted to two decimal places with the appropriate currency symbol. Date field were standardized to a consistent format </a:t>
            </a:r>
          </a:p>
          <a:p>
            <a:pPr marL="0" indent="0">
              <a:buNone/>
            </a:pPr>
            <a:r>
              <a:rPr lang="en-GB" dirty="0"/>
              <a:t>EXPLORTAORY DATA ANALYSIS: calculated the key performance indicators, checked for patterns, trends and distribution with the use of pivot table</a:t>
            </a:r>
          </a:p>
          <a:p>
            <a:pPr marL="0" indent="0">
              <a:buNone/>
            </a:pPr>
            <a:r>
              <a:rPr lang="en-GB" dirty="0"/>
              <a:t>Built an interactive dashboard to visualize trends and insights </a:t>
            </a:r>
          </a:p>
          <a:p>
            <a:pPr marL="0" indent="0">
              <a:buNone/>
            </a:pPr>
            <a:r>
              <a:rPr lang="en-GB" dirty="0"/>
              <a:t>TOOL: Microsoft excel and </a:t>
            </a:r>
            <a:r>
              <a:rPr lang="en-GB" dirty="0" err="1"/>
              <a:t>postgreSQL</a:t>
            </a:r>
            <a:endParaRPr lang="en-NG" dirty="0"/>
          </a:p>
        </p:txBody>
      </p:sp>
    </p:spTree>
    <p:extLst>
      <p:ext uri="{BB962C8B-B14F-4D97-AF65-F5344CB8AC3E}">
        <p14:creationId xmlns:p14="http://schemas.microsoft.com/office/powerpoint/2010/main" val="4217997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64C06-6A08-5CBF-5AC8-BE4FEB593DC6}"/>
              </a:ext>
            </a:extLst>
          </p:cNvPr>
          <p:cNvSpPr>
            <a:spLocks noGrp="1"/>
          </p:cNvSpPr>
          <p:nvPr>
            <p:ph type="title"/>
          </p:nvPr>
        </p:nvSpPr>
        <p:spPr/>
        <p:txBody>
          <a:bodyPr/>
          <a:lstStyle/>
          <a:p>
            <a:r>
              <a:rPr lang="en-GB" dirty="0"/>
              <a:t>DASHBOARD OVERVIEW</a:t>
            </a:r>
            <a:endParaRPr lang="en-NG" dirty="0"/>
          </a:p>
        </p:txBody>
      </p:sp>
      <p:pic>
        <p:nvPicPr>
          <p:cNvPr id="5" name="Content Placeholder 4">
            <a:extLst>
              <a:ext uri="{FF2B5EF4-FFF2-40B4-BE49-F238E27FC236}">
                <a16:creationId xmlns:a16="http://schemas.microsoft.com/office/drawing/2014/main" id="{FE5F5C88-6864-2CD0-C779-04B92F21CA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0999" y="1970314"/>
            <a:ext cx="11210315" cy="4522561"/>
          </a:xfrm>
          <a:prstGeom prst="rect">
            <a:avLst/>
          </a:prstGeom>
        </p:spPr>
      </p:pic>
    </p:spTree>
    <p:extLst>
      <p:ext uri="{BB962C8B-B14F-4D97-AF65-F5344CB8AC3E}">
        <p14:creationId xmlns:p14="http://schemas.microsoft.com/office/powerpoint/2010/main" val="680179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D8EB2-DA9F-463E-B5D6-BBC1128296CA}"/>
              </a:ext>
            </a:extLst>
          </p:cNvPr>
          <p:cNvSpPr>
            <a:spLocks noGrp="1"/>
          </p:cNvSpPr>
          <p:nvPr>
            <p:ph type="title"/>
          </p:nvPr>
        </p:nvSpPr>
        <p:spPr/>
        <p:txBody>
          <a:bodyPr/>
          <a:lstStyle/>
          <a:p>
            <a:r>
              <a:rPr lang="en-GB" dirty="0"/>
              <a:t>KEY FINDINGS</a:t>
            </a:r>
            <a:endParaRPr lang="en-NG" dirty="0"/>
          </a:p>
        </p:txBody>
      </p:sp>
      <p:sp>
        <p:nvSpPr>
          <p:cNvPr id="3" name="Content Placeholder 2">
            <a:extLst>
              <a:ext uri="{FF2B5EF4-FFF2-40B4-BE49-F238E27FC236}">
                <a16:creationId xmlns:a16="http://schemas.microsoft.com/office/drawing/2014/main" id="{2C9BE5E0-1B21-7BF5-6F77-7DEE92CE9E82}"/>
              </a:ext>
            </a:extLst>
          </p:cNvPr>
          <p:cNvSpPr>
            <a:spLocks noGrp="1"/>
          </p:cNvSpPr>
          <p:nvPr>
            <p:ph idx="1"/>
          </p:nvPr>
        </p:nvSpPr>
        <p:spPr>
          <a:xfrm>
            <a:off x="838200" y="1690688"/>
            <a:ext cx="10961914" cy="5036683"/>
          </a:xfrm>
        </p:spPr>
        <p:txBody>
          <a:bodyPr>
            <a:normAutofit fontScale="92500" lnSpcReduction="20000"/>
          </a:bodyPr>
          <a:lstStyle/>
          <a:p>
            <a:r>
              <a:rPr lang="en-US" dirty="0">
                <a:latin typeface="Calibri" panose="020F0502020204030204" pitchFamily="34" charset="0"/>
                <a:ea typeface="Calibri" panose="020F0502020204030204" pitchFamily="34" charset="-122"/>
                <a:cs typeface="Calibri" panose="020F0502020204030204" pitchFamily="34" charset="-120"/>
              </a:rPr>
              <a:t>Sales declining: 25.7% drop from 2023 to 2025 from 43.7% to 18.3% of total sales which could be due to lack of repeat customer strategy</a:t>
            </a:r>
          </a:p>
          <a:p>
            <a:r>
              <a:rPr lang="en-GB" dirty="0"/>
              <a:t>Sales performance varied considerably across months. January recorded the highest monthly revenue at ₹124,313.23, while September recorded the lowest at ₹69,321.65, this could be because of reduced promotion activity in September. </a:t>
            </a:r>
          </a:p>
          <a:p>
            <a:r>
              <a:rPr lang="en-GB" dirty="0"/>
              <a:t>Chair leads revenue: </a:t>
            </a:r>
            <a:r>
              <a:rPr lang="en-US" dirty="0">
                <a:latin typeface="Calibri" panose="020F0502020204030204" pitchFamily="34" charset="0"/>
                <a:ea typeface="Calibri" panose="020F0502020204030204" pitchFamily="34" charset="-122"/>
                <a:cs typeface="Calibri" panose="020F0502020204030204" pitchFamily="34" charset="-120"/>
              </a:rPr>
              <a:t>Chair accounts for 15.4% of total revenue (₹1,95,620.11). </a:t>
            </a:r>
            <a:r>
              <a:rPr lang="en-GB" dirty="0">
                <a:latin typeface="Calibri" panose="020F0502020204030204" pitchFamily="34" charset="0"/>
                <a:ea typeface="Calibri" panose="020F0502020204030204" pitchFamily="34" charset="-122"/>
                <a:cs typeface="Calibri" panose="020F0502020204030204" pitchFamily="34" charset="-120"/>
              </a:rPr>
              <a:t>phones recorded the lowest sales figures among all product categories. Phone's low revenue despite reasonable order volume suggests low unit prices or heavy discounting</a:t>
            </a:r>
          </a:p>
          <a:p>
            <a:r>
              <a:rPr lang="en-GB" dirty="0">
                <a:latin typeface="Calibri" panose="020F0502020204030204" pitchFamily="34" charset="0"/>
                <a:ea typeface="Calibri" panose="020F0502020204030204" pitchFamily="34" charset="-122"/>
                <a:cs typeface="Calibri" panose="020F0502020204030204" pitchFamily="34" charset="-120"/>
              </a:rPr>
              <a:t>In terms of order volume, tablets were the most frequently ordered product, with 179 orders placed during the period.</a:t>
            </a:r>
            <a:endParaRPr lang="en-US" dirty="0">
              <a:latin typeface="Calibri" panose="020F0502020204030204" pitchFamily="34" charset="0"/>
              <a:ea typeface="Calibri" panose="020F0502020204030204" pitchFamily="34" charset="-122"/>
              <a:cs typeface="Calibri" panose="020F0502020204030204" pitchFamily="34" charset="-120"/>
            </a:endParaRPr>
          </a:p>
          <a:p>
            <a:r>
              <a:rPr lang="en-GB" dirty="0"/>
              <a:t>High cancellation: A total of 231 orders were successfully delivered; however, 250 orders were cancelled which could be due to product-description mismatches, poor quality control, or slow delivery times frustrating customers.</a:t>
            </a:r>
          </a:p>
          <a:p>
            <a:pPr marL="0" indent="0">
              <a:buNone/>
            </a:pPr>
            <a:endParaRPr lang="en-US" dirty="0"/>
          </a:p>
        </p:txBody>
      </p:sp>
    </p:spTree>
    <p:extLst>
      <p:ext uri="{BB962C8B-B14F-4D97-AF65-F5344CB8AC3E}">
        <p14:creationId xmlns:p14="http://schemas.microsoft.com/office/powerpoint/2010/main" val="3229412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A3770-3691-BF6F-9210-39099C5AC651}"/>
              </a:ext>
            </a:extLst>
          </p:cNvPr>
          <p:cNvSpPr>
            <a:spLocks noGrp="1"/>
          </p:cNvSpPr>
          <p:nvPr>
            <p:ph type="title"/>
          </p:nvPr>
        </p:nvSpPr>
        <p:spPr/>
        <p:txBody>
          <a:bodyPr/>
          <a:lstStyle/>
          <a:p>
            <a:r>
              <a:rPr lang="en-GB" dirty="0"/>
              <a:t>KEY FINDINGS</a:t>
            </a:r>
            <a:endParaRPr lang="en-NG" dirty="0"/>
          </a:p>
        </p:txBody>
      </p:sp>
      <p:sp>
        <p:nvSpPr>
          <p:cNvPr id="3" name="Content Placeholder 2">
            <a:extLst>
              <a:ext uri="{FF2B5EF4-FFF2-40B4-BE49-F238E27FC236}">
                <a16:creationId xmlns:a16="http://schemas.microsoft.com/office/drawing/2014/main" id="{75185762-4A9D-C3F4-6894-1D504E2BDC8D}"/>
              </a:ext>
            </a:extLst>
          </p:cNvPr>
          <p:cNvSpPr>
            <a:spLocks noGrp="1"/>
          </p:cNvSpPr>
          <p:nvPr>
            <p:ph idx="1"/>
          </p:nvPr>
        </p:nvSpPr>
        <p:spPr/>
        <p:txBody>
          <a:bodyPr>
            <a:normAutofit fontScale="92500" lnSpcReduction="10000"/>
          </a:bodyPr>
          <a:lstStyle/>
          <a:p>
            <a:r>
              <a:rPr lang="en-GB" dirty="0"/>
              <a:t>Cart Abandonment The total number of items added to carts stood at 6,582, of which 3,535 items were actually sold, reflecting an overall cart-to-sale conversion rate of approximately 53.7%. Likely causes include unexpected shipping costs at checkout, a complicated checkout process, or customers browsing without intent to buy immediately.</a:t>
            </a:r>
          </a:p>
          <a:p>
            <a:r>
              <a:rPr lang="en-GB" dirty="0"/>
              <a:t>Instagram was the leading referral source, generating 259 visits. The most widely used coupon code was FREESHIP, used 313 times, indicating strong customer responsiveness to free shipping incentives. No single promotion and referral source is outperforming significantly.</a:t>
            </a:r>
          </a:p>
          <a:p>
            <a:r>
              <a:rPr lang="en-GB" dirty="0"/>
              <a:t>Online payment was the most preferred payment method, recorded in 258 transactions, while gift cards represented the least utilized payment option during the review period.</a:t>
            </a:r>
          </a:p>
          <a:p>
            <a:pPr marL="0" indent="0">
              <a:buNone/>
            </a:pPr>
            <a:endParaRPr lang="en-NG" dirty="0"/>
          </a:p>
        </p:txBody>
      </p:sp>
    </p:spTree>
    <p:extLst>
      <p:ext uri="{BB962C8B-B14F-4D97-AF65-F5344CB8AC3E}">
        <p14:creationId xmlns:p14="http://schemas.microsoft.com/office/powerpoint/2010/main" val="4273467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C85AE-43F7-4C3D-79F7-EFD89A447BD2}"/>
              </a:ext>
            </a:extLst>
          </p:cNvPr>
          <p:cNvSpPr>
            <a:spLocks noGrp="1"/>
          </p:cNvSpPr>
          <p:nvPr>
            <p:ph type="title"/>
          </p:nvPr>
        </p:nvSpPr>
        <p:spPr>
          <a:xfrm>
            <a:off x="838200" y="365125"/>
            <a:ext cx="10515600" cy="1057275"/>
          </a:xfrm>
        </p:spPr>
        <p:txBody>
          <a:bodyPr/>
          <a:lstStyle/>
          <a:p>
            <a:r>
              <a:rPr lang="en-GB" dirty="0"/>
              <a:t>RECCOMMENDATION</a:t>
            </a:r>
            <a:endParaRPr lang="en-NG" dirty="0"/>
          </a:p>
        </p:txBody>
      </p:sp>
      <p:sp>
        <p:nvSpPr>
          <p:cNvPr id="3" name="Content Placeholder 2">
            <a:extLst>
              <a:ext uri="{FF2B5EF4-FFF2-40B4-BE49-F238E27FC236}">
                <a16:creationId xmlns:a16="http://schemas.microsoft.com/office/drawing/2014/main" id="{5058497B-9238-5D60-B253-6DD7DBA25837}"/>
              </a:ext>
            </a:extLst>
          </p:cNvPr>
          <p:cNvSpPr>
            <a:spLocks noGrp="1"/>
          </p:cNvSpPr>
          <p:nvPr>
            <p:ph idx="1"/>
          </p:nvPr>
        </p:nvSpPr>
        <p:spPr/>
        <p:txBody>
          <a:bodyPr>
            <a:normAutofit fontScale="92500"/>
          </a:bodyPr>
          <a:lstStyle/>
          <a:p>
            <a:r>
              <a:rPr lang="en-GB" dirty="0"/>
              <a:t>Rekindle customer relationships through personalised email campaigns.</a:t>
            </a:r>
          </a:p>
          <a:p>
            <a:r>
              <a:rPr lang="en-GB" dirty="0"/>
              <a:t>Improve product descriptions and images to set accurate expectations.</a:t>
            </a:r>
          </a:p>
          <a:p>
            <a:r>
              <a:rPr lang="en-GB" dirty="0"/>
              <a:t>Follow up on the 237 pending and 235 shipped orders that have no resolution.</a:t>
            </a:r>
          </a:p>
          <a:p>
            <a:r>
              <a:rPr lang="en-GB" dirty="0"/>
              <a:t>Mid-year clearance sale, flash sales or discounts can be done to boost the third and fourth quarter.</a:t>
            </a:r>
          </a:p>
          <a:p>
            <a:r>
              <a:rPr lang="en-GB" dirty="0"/>
              <a:t>Phone pricing strategy should be reviewed, it may be underpriced relative to demand.</a:t>
            </a:r>
          </a:p>
          <a:p>
            <a:r>
              <a:rPr lang="en-GB" dirty="0"/>
              <a:t>Promote tablets (highest order count at 179) more aggressively since customers already favour them.</a:t>
            </a:r>
          </a:p>
          <a:p>
            <a:pPr marL="0" indent="0">
              <a:buNone/>
            </a:pPr>
            <a:endParaRPr lang="en-GB" dirty="0"/>
          </a:p>
          <a:p>
            <a:pPr marL="0" indent="0">
              <a:buNone/>
            </a:pPr>
            <a:endParaRPr lang="en-GB" dirty="0"/>
          </a:p>
          <a:p>
            <a:pPr marL="0" indent="0">
              <a:buNone/>
            </a:pPr>
            <a:endParaRPr lang="en-NG" dirty="0"/>
          </a:p>
        </p:txBody>
      </p:sp>
    </p:spTree>
    <p:extLst>
      <p:ext uri="{BB962C8B-B14F-4D97-AF65-F5344CB8AC3E}">
        <p14:creationId xmlns:p14="http://schemas.microsoft.com/office/powerpoint/2010/main" val="104263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990F-38E9-42DD-E35B-FAA257E2C576}"/>
              </a:ext>
            </a:extLst>
          </p:cNvPr>
          <p:cNvSpPr>
            <a:spLocks noGrp="1"/>
          </p:cNvSpPr>
          <p:nvPr>
            <p:ph type="title"/>
          </p:nvPr>
        </p:nvSpPr>
        <p:spPr/>
        <p:txBody>
          <a:bodyPr/>
          <a:lstStyle/>
          <a:p>
            <a:r>
              <a:rPr lang="en-GB" dirty="0"/>
              <a:t>RECCOMMENDATION</a:t>
            </a:r>
            <a:endParaRPr lang="en-NG" dirty="0"/>
          </a:p>
        </p:txBody>
      </p:sp>
      <p:sp>
        <p:nvSpPr>
          <p:cNvPr id="3" name="Content Placeholder 2">
            <a:extLst>
              <a:ext uri="{FF2B5EF4-FFF2-40B4-BE49-F238E27FC236}">
                <a16:creationId xmlns:a16="http://schemas.microsoft.com/office/drawing/2014/main" id="{12B57F68-D7C1-AF4E-BE90-301D805E8808}"/>
              </a:ext>
            </a:extLst>
          </p:cNvPr>
          <p:cNvSpPr>
            <a:spLocks noGrp="1"/>
          </p:cNvSpPr>
          <p:nvPr>
            <p:ph idx="1"/>
          </p:nvPr>
        </p:nvSpPr>
        <p:spPr/>
        <p:txBody>
          <a:bodyPr/>
          <a:lstStyle/>
          <a:p>
            <a:r>
              <a:rPr lang="en-GB" dirty="0"/>
              <a:t>Set up automated cart abandonment reminders via email within 1–24 hours.</a:t>
            </a:r>
          </a:p>
          <a:p>
            <a:r>
              <a:rPr lang="en-GB" dirty="0"/>
              <a:t>Display shipping costs upfront before checkout to avoid surprises.</a:t>
            </a:r>
          </a:p>
          <a:p>
            <a:r>
              <a:rPr lang="en-GB" dirty="0"/>
              <a:t>Gift card campaign can be launched during festive or gifting seasons with a bonus credit incentive.</a:t>
            </a:r>
          </a:p>
          <a:p>
            <a:pPr marL="0" indent="0">
              <a:buNone/>
            </a:pPr>
            <a:endParaRPr lang="en-NG" dirty="0"/>
          </a:p>
        </p:txBody>
      </p:sp>
    </p:spTree>
    <p:extLst>
      <p:ext uri="{BB962C8B-B14F-4D97-AF65-F5344CB8AC3E}">
        <p14:creationId xmlns:p14="http://schemas.microsoft.com/office/powerpoint/2010/main" val="922472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86A2B-4EE7-1903-8BBD-5FF57945AFBF}"/>
              </a:ext>
            </a:extLst>
          </p:cNvPr>
          <p:cNvSpPr>
            <a:spLocks noGrp="1"/>
          </p:cNvSpPr>
          <p:nvPr>
            <p:ph type="title"/>
          </p:nvPr>
        </p:nvSpPr>
        <p:spPr/>
        <p:txBody>
          <a:bodyPr/>
          <a:lstStyle/>
          <a:p>
            <a:pPr algn="ctr"/>
            <a:r>
              <a:rPr lang="en-GB" dirty="0"/>
              <a:t>OUTLIER DISTRIBUTION </a:t>
            </a:r>
            <a:endParaRPr lang="en-NG" dirty="0"/>
          </a:p>
        </p:txBody>
      </p:sp>
      <mc:AlternateContent xmlns:mc="http://schemas.openxmlformats.org/markup-compatibility/2006" xmlns:cx1="http://schemas.microsoft.com/office/drawing/2015/9/8/chartex">
        <mc:Choice Requires="cx1">
          <p:graphicFrame>
            <p:nvGraphicFramePr>
              <p:cNvPr id="4" name="Content Placeholder 3">
                <a:extLst>
                  <a:ext uri="{FF2B5EF4-FFF2-40B4-BE49-F238E27FC236}">
                    <a16:creationId xmlns:a16="http://schemas.microsoft.com/office/drawing/2014/main" id="{41E071D0-A4A0-41C2-A228-DECBE1F27501}"/>
                  </a:ext>
                </a:extLst>
              </p:cNvPr>
              <p:cNvGraphicFramePr>
                <a:graphicFrameLocks noGrp="1"/>
              </p:cNvGraphicFramePr>
              <p:nvPr>
                <p:ph idx="1"/>
                <p:extLst>
                  <p:ext uri="{D42A27DB-BD31-4B8C-83A1-F6EECF244321}">
                    <p14:modId xmlns:p14="http://schemas.microsoft.com/office/powerpoint/2010/main" val="4242174740"/>
                  </p:ext>
                </p:extLst>
              </p:nvPr>
            </p:nvGraphicFramePr>
            <p:xfrm>
              <a:off x="260684" y="1443039"/>
              <a:ext cx="4128436" cy="3051959"/>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41E071D0-A4A0-41C2-A228-DECBE1F27501}"/>
                  </a:ext>
                </a:extLst>
              </p:cNvPr>
              <p:cNvPicPr>
                <a:picLocks noGrp="1" noRot="1" noChangeAspect="1" noMove="1" noResize="1" noEditPoints="1" noAdjustHandles="1" noChangeArrowheads="1" noChangeShapeType="1"/>
              </p:cNvPicPr>
              <p:nvPr/>
            </p:nvPicPr>
            <p:blipFill>
              <a:blip r:embed="rId3"/>
              <a:stretch>
                <a:fillRect/>
              </a:stretch>
            </p:blipFill>
            <p:spPr>
              <a:xfrm>
                <a:off x="260684" y="1443039"/>
                <a:ext cx="4128436" cy="3051959"/>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5" name="Chart 4">
                <a:extLst>
                  <a:ext uri="{FF2B5EF4-FFF2-40B4-BE49-F238E27FC236}">
                    <a16:creationId xmlns:a16="http://schemas.microsoft.com/office/drawing/2014/main" id="{F9FCA46D-FC44-4129-B726-064E1BEEA3BC}"/>
                  </a:ext>
                </a:extLst>
              </p:cNvPr>
              <p:cNvGraphicFramePr/>
              <p:nvPr>
                <p:extLst>
                  <p:ext uri="{D42A27DB-BD31-4B8C-83A1-F6EECF244321}">
                    <p14:modId xmlns:p14="http://schemas.microsoft.com/office/powerpoint/2010/main" val="3827719517"/>
                  </p:ext>
                </p:extLst>
              </p:nvPr>
            </p:nvGraphicFramePr>
            <p:xfrm>
              <a:off x="4389120" y="1548416"/>
              <a:ext cx="3599849" cy="2763201"/>
            </p:xfrm>
            <a:graphic>
              <a:graphicData uri="http://schemas.microsoft.com/office/drawing/2014/chartex">
                <cx:chart xmlns:cx="http://schemas.microsoft.com/office/drawing/2014/chartex" xmlns:r="http://schemas.openxmlformats.org/officeDocument/2006/relationships" r:id="rId4"/>
              </a:graphicData>
            </a:graphic>
          </p:graphicFrame>
        </mc:Choice>
        <mc:Fallback xmlns="">
          <p:pic>
            <p:nvPicPr>
              <p:cNvPr id="5" name="Chart 4">
                <a:extLst>
                  <a:ext uri="{FF2B5EF4-FFF2-40B4-BE49-F238E27FC236}">
                    <a16:creationId xmlns:a16="http://schemas.microsoft.com/office/drawing/2014/main" id="{F9FCA46D-FC44-4129-B726-064E1BEEA3BC}"/>
                  </a:ext>
                </a:extLst>
              </p:cNvPr>
              <p:cNvPicPr>
                <a:picLocks noGrp="1" noRot="1" noChangeAspect="1" noMove="1" noResize="1" noEditPoints="1" noAdjustHandles="1" noChangeArrowheads="1" noChangeShapeType="1"/>
              </p:cNvPicPr>
              <p:nvPr/>
            </p:nvPicPr>
            <p:blipFill>
              <a:blip r:embed="rId5"/>
              <a:stretch>
                <a:fillRect/>
              </a:stretch>
            </p:blipFill>
            <p:spPr>
              <a:xfrm>
                <a:off x="4389120" y="1548416"/>
                <a:ext cx="3599849" cy="2763201"/>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6" name="Chart 5">
                <a:extLst>
                  <a:ext uri="{FF2B5EF4-FFF2-40B4-BE49-F238E27FC236}">
                    <a16:creationId xmlns:a16="http://schemas.microsoft.com/office/drawing/2014/main" id="{8EC8D86D-FD6F-4BC1-B75B-381C7B4155E8}"/>
                  </a:ext>
                </a:extLst>
              </p:cNvPr>
              <p:cNvGraphicFramePr/>
              <p:nvPr>
                <p:extLst>
                  <p:ext uri="{D42A27DB-BD31-4B8C-83A1-F6EECF244321}">
                    <p14:modId xmlns:p14="http://schemas.microsoft.com/office/powerpoint/2010/main" val="2649033551"/>
                  </p:ext>
                </p:extLst>
              </p:nvPr>
            </p:nvGraphicFramePr>
            <p:xfrm>
              <a:off x="8152598" y="1634241"/>
              <a:ext cx="3888606" cy="2522569"/>
            </p:xfrm>
            <a:graphic>
              <a:graphicData uri="http://schemas.microsoft.com/office/drawing/2014/chartex">
                <cx:chart xmlns:cx="http://schemas.microsoft.com/office/drawing/2014/chartex" xmlns:r="http://schemas.openxmlformats.org/officeDocument/2006/relationships" r:id="rId6"/>
              </a:graphicData>
            </a:graphic>
          </p:graphicFrame>
        </mc:Choice>
        <mc:Fallback xmlns="">
          <p:pic>
            <p:nvPicPr>
              <p:cNvPr id="6" name="Chart 5">
                <a:extLst>
                  <a:ext uri="{FF2B5EF4-FFF2-40B4-BE49-F238E27FC236}">
                    <a16:creationId xmlns:a16="http://schemas.microsoft.com/office/drawing/2014/main" id="{8EC8D86D-FD6F-4BC1-B75B-381C7B4155E8}"/>
                  </a:ext>
                </a:extLst>
              </p:cNvPr>
              <p:cNvPicPr>
                <a:picLocks noGrp="1" noRot="1" noChangeAspect="1" noMove="1" noResize="1" noEditPoints="1" noAdjustHandles="1" noChangeArrowheads="1" noChangeShapeType="1"/>
              </p:cNvPicPr>
              <p:nvPr/>
            </p:nvPicPr>
            <p:blipFill>
              <a:blip r:embed="rId7"/>
              <a:stretch>
                <a:fillRect/>
              </a:stretch>
            </p:blipFill>
            <p:spPr>
              <a:xfrm>
                <a:off x="8152598" y="1634241"/>
                <a:ext cx="3888606" cy="2522569"/>
              </a:xfrm>
              <a:prstGeom prst="rect">
                <a:avLst/>
              </a:prstGeom>
            </p:spPr>
          </p:pic>
        </mc:Fallback>
      </mc:AlternateContent>
      <p:sp>
        <p:nvSpPr>
          <p:cNvPr id="3" name="TextBox 2">
            <a:extLst>
              <a:ext uri="{FF2B5EF4-FFF2-40B4-BE49-F238E27FC236}">
                <a16:creationId xmlns:a16="http://schemas.microsoft.com/office/drawing/2014/main" id="{F8EFB6AF-EBA0-56DE-211A-5453F02A520A}"/>
              </a:ext>
            </a:extLst>
          </p:cNvPr>
          <p:cNvSpPr txBox="1"/>
          <p:nvPr/>
        </p:nvSpPr>
        <p:spPr>
          <a:xfrm>
            <a:off x="711200" y="4656667"/>
            <a:ext cx="10922000" cy="1754326"/>
          </a:xfrm>
          <a:prstGeom prst="rect">
            <a:avLst/>
          </a:prstGeom>
          <a:noFill/>
        </p:spPr>
        <p:txBody>
          <a:bodyPr wrap="square" rtlCol="0">
            <a:spAutoFit/>
          </a:bodyPr>
          <a:lstStyle/>
          <a:p>
            <a:r>
              <a:rPr lang="en-GB" b="1" dirty="0"/>
              <a:t>Total price</a:t>
            </a:r>
            <a:r>
              <a:rPr lang="en-GB" dirty="0"/>
              <a:t>: This is a right-skewed distribution, meaning while most orders fall within a moderate price range, a small number of very high-value transactions are pulling the average upward.</a:t>
            </a:r>
          </a:p>
          <a:p>
            <a:r>
              <a:rPr lang="en-GB" b="1" dirty="0"/>
              <a:t>Quantity sold: </a:t>
            </a:r>
            <a:r>
              <a:rPr lang="en-GB" dirty="0"/>
              <a:t>near-zero skewness, The distribution is relatively compact and symmetrical, with no extreme outliers visible.</a:t>
            </a:r>
          </a:p>
          <a:p>
            <a:r>
              <a:rPr lang="en-GB" b="1" dirty="0"/>
              <a:t>Unit price</a:t>
            </a:r>
            <a:r>
              <a:rPr lang="en-GB" dirty="0"/>
              <a:t>: this is a left-skewed distribution. The box shows a wide spread distribution, suggesting significant price variation across products.</a:t>
            </a:r>
            <a:endParaRPr lang="en-NG" dirty="0"/>
          </a:p>
        </p:txBody>
      </p:sp>
    </p:spTree>
    <p:extLst>
      <p:ext uri="{BB962C8B-B14F-4D97-AF65-F5344CB8AC3E}">
        <p14:creationId xmlns:p14="http://schemas.microsoft.com/office/powerpoint/2010/main" val="19790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719</Words>
  <Application>Microsoft Office PowerPoint</Application>
  <PresentationFormat>Widescreen</PresentationFormat>
  <Paragraphs>47</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EXECUTIVE SUMMARY </vt:lpstr>
      <vt:lpstr>DATA SET OVERVIEW</vt:lpstr>
      <vt:lpstr>PROBLEM STATEMENT</vt:lpstr>
      <vt:lpstr>METHODOLOGY</vt:lpstr>
      <vt:lpstr>DASHBOARD OVERVIEW</vt:lpstr>
      <vt:lpstr>KEY FINDINGS</vt:lpstr>
      <vt:lpstr>KEY FINDINGS</vt:lpstr>
      <vt:lpstr>RECCOMMENDATION</vt:lpstr>
      <vt:lpstr>RECCOMMENDATION</vt:lpstr>
      <vt:lpstr>OUTLIER DISTRIBUTION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Maryam Nasir</dc:creator>
  <cp:lastModifiedBy>Maryam Nasir</cp:lastModifiedBy>
  <cp:revision>2</cp:revision>
  <dcterms:created xsi:type="dcterms:W3CDTF">2026-06-05T17:07:03Z</dcterms:created>
  <dcterms:modified xsi:type="dcterms:W3CDTF">2026-06-15T10:00:27Z</dcterms:modified>
</cp:coreProperties>
</file>